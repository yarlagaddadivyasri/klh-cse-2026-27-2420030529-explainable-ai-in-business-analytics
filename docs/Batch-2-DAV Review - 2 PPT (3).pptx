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4"/>
  </p:sldMasterIdLst>
  <p:notesMasterIdLst>
    <p:notesMasterId r:id="rId24"/>
  </p:notesMasterIdLst>
  <p:handoutMasterIdLst>
    <p:handoutMasterId r:id="rId25"/>
  </p:handoutMasterIdLst>
  <p:sldIdLst>
    <p:sldId id="264" r:id="rId5"/>
    <p:sldId id="265" r:id="rId6"/>
    <p:sldId id="282" r:id="rId7"/>
    <p:sldId id="266" r:id="rId8"/>
    <p:sldId id="267" r:id="rId9"/>
    <p:sldId id="268" r:id="rId10"/>
    <p:sldId id="283" r:id="rId11"/>
    <p:sldId id="269" r:id="rId12"/>
    <p:sldId id="275" r:id="rId13"/>
    <p:sldId id="276" r:id="rId14"/>
    <p:sldId id="270" r:id="rId15"/>
    <p:sldId id="277" r:id="rId16"/>
    <p:sldId id="278" r:id="rId17"/>
    <p:sldId id="271" r:id="rId18"/>
    <p:sldId id="279" r:id="rId19"/>
    <p:sldId id="280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39A418-C943-DD85-ADF2-615A2809C342}" name="Michaele Watts" initials="mlw" userId="Michaele Watts" providerId="None"/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751A6-093C-4220-874E-D206E9FA9A44}" v="16" dt="2026-09-21T09:39:18.487"/>
  </p1510:revLst>
</p1510:revInfo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69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Sai Prasanna" userId="1188e59daf468a7d" providerId="LiveId" clId="{0DD154D4-5EC4-4262-90EA-4D77424C730C}"/>
    <pc:docChg chg="undo custSel addSld delSld modSld">
      <pc:chgData name="Lakshmi Sai Prasanna" userId="1188e59daf468a7d" providerId="LiveId" clId="{0DD154D4-5EC4-4262-90EA-4D77424C730C}" dt="2026-09-21T09:45:38.525" v="235" actId="1035"/>
      <pc:docMkLst>
        <pc:docMk/>
      </pc:docMkLst>
      <pc:sldChg chg="modSp mod">
        <pc:chgData name="Lakshmi Sai Prasanna" userId="1188e59daf468a7d" providerId="LiveId" clId="{0DD154D4-5EC4-4262-90EA-4D77424C730C}" dt="2026-09-21T05:19:49.742" v="181" actId="255"/>
        <pc:sldMkLst>
          <pc:docMk/>
          <pc:sldMk cId="3227229910" sldId="265"/>
        </pc:sldMkLst>
        <pc:spChg chg="mod">
          <ac:chgData name="Lakshmi Sai Prasanna" userId="1188e59daf468a7d" providerId="LiveId" clId="{0DD154D4-5EC4-4262-90EA-4D77424C730C}" dt="2026-09-21T05:19:33.683" v="178" actId="20577"/>
          <ac:spMkLst>
            <pc:docMk/>
            <pc:sldMk cId="3227229910" sldId="265"/>
            <ac:spMk id="2" creationId="{E3495423-C2E0-2ACF-6CD8-39B976CD7C63}"/>
          </ac:spMkLst>
        </pc:spChg>
        <pc:spChg chg="mod">
          <ac:chgData name="Lakshmi Sai Prasanna" userId="1188e59daf468a7d" providerId="LiveId" clId="{0DD154D4-5EC4-4262-90EA-4D77424C730C}" dt="2026-09-21T05:19:49.742" v="181" actId="255"/>
          <ac:spMkLst>
            <pc:docMk/>
            <pc:sldMk cId="3227229910" sldId="265"/>
            <ac:spMk id="4" creationId="{7AB637EE-2B1F-7379-8291-263EC2E6F0C0}"/>
          </ac:spMkLst>
        </pc:spChg>
      </pc:sldChg>
      <pc:sldChg chg="addSp delSp modSp mod">
        <pc:chgData name="Lakshmi Sai Prasanna" userId="1188e59daf468a7d" providerId="LiveId" clId="{0DD154D4-5EC4-4262-90EA-4D77424C730C}" dt="2026-09-21T04:53:47.785" v="11" actId="1076"/>
        <pc:sldMkLst>
          <pc:docMk/>
          <pc:sldMk cId="51583554" sldId="269"/>
        </pc:sldMkLst>
        <pc:picChg chg="mod">
          <ac:chgData name="Lakshmi Sai Prasanna" userId="1188e59daf468a7d" providerId="LiveId" clId="{0DD154D4-5EC4-4262-90EA-4D77424C730C}" dt="2026-09-21T04:53:47.785" v="11" actId="1076"/>
          <ac:picMkLst>
            <pc:docMk/>
            <pc:sldMk cId="51583554" sldId="269"/>
            <ac:picMk id="8" creationId="{B2999B80-5E09-AA22-710C-E3E19A3CACA6}"/>
          </ac:picMkLst>
        </pc:picChg>
        <pc:picChg chg="add del mod">
          <ac:chgData name="Lakshmi Sai Prasanna" userId="1188e59daf468a7d" providerId="LiveId" clId="{0DD154D4-5EC4-4262-90EA-4D77424C730C}" dt="2026-09-21T04:53:32.019" v="6" actId="478"/>
          <ac:picMkLst>
            <pc:docMk/>
            <pc:sldMk cId="51583554" sldId="269"/>
            <ac:picMk id="10" creationId="{4B7ADABD-7D4F-365B-8761-F9C6AFA33074}"/>
          </ac:picMkLst>
        </pc:picChg>
      </pc:sldChg>
      <pc:sldChg chg="addSp delSp modSp new mod">
        <pc:chgData name="Lakshmi Sai Prasanna" userId="1188e59daf468a7d" providerId="LiveId" clId="{0DD154D4-5EC4-4262-90EA-4D77424C730C}" dt="2026-09-21T04:54:59.569" v="24" actId="1076"/>
        <pc:sldMkLst>
          <pc:docMk/>
          <pc:sldMk cId="1850239060" sldId="275"/>
        </pc:sldMkLst>
        <pc:spChg chg="del">
          <ac:chgData name="Lakshmi Sai Prasanna" userId="1188e59daf468a7d" providerId="LiveId" clId="{0DD154D4-5EC4-4262-90EA-4D77424C730C}" dt="2026-09-21T04:53:53.677" v="13" actId="22"/>
          <ac:spMkLst>
            <pc:docMk/>
            <pc:sldMk cId="1850239060" sldId="275"/>
            <ac:spMk id="4" creationId="{3A1B410D-4621-39C7-D8C1-17A1235F3AD6}"/>
          </ac:spMkLst>
        </pc:spChg>
        <pc:picChg chg="add mod ord">
          <ac:chgData name="Lakshmi Sai Prasanna" userId="1188e59daf468a7d" providerId="LiveId" clId="{0DD154D4-5EC4-4262-90EA-4D77424C730C}" dt="2026-09-21T04:54:59.569" v="24" actId="1076"/>
          <ac:picMkLst>
            <pc:docMk/>
            <pc:sldMk cId="1850239060" sldId="275"/>
            <ac:picMk id="8" creationId="{3F720AAF-1B36-057E-2420-F95581B3C407}"/>
          </ac:picMkLst>
        </pc:picChg>
      </pc:sldChg>
      <pc:sldChg chg="addSp modSp new mod">
        <pc:chgData name="Lakshmi Sai Prasanna" userId="1188e59daf468a7d" providerId="LiveId" clId="{0DD154D4-5EC4-4262-90EA-4D77424C730C}" dt="2026-09-21T04:54:56.518" v="23" actId="1076"/>
        <pc:sldMkLst>
          <pc:docMk/>
          <pc:sldMk cId="1337930280" sldId="276"/>
        </pc:sldMkLst>
        <pc:picChg chg="add mod">
          <ac:chgData name="Lakshmi Sai Prasanna" userId="1188e59daf468a7d" providerId="LiveId" clId="{0DD154D4-5EC4-4262-90EA-4D77424C730C}" dt="2026-09-21T04:54:56.518" v="23" actId="1076"/>
          <ac:picMkLst>
            <pc:docMk/>
            <pc:sldMk cId="1337930280" sldId="276"/>
            <ac:picMk id="8" creationId="{B5C8D3DD-E980-A0F6-226E-FB846FEF6288}"/>
          </ac:picMkLst>
        </pc:picChg>
      </pc:sldChg>
      <pc:sldChg chg="addSp modSp new mod">
        <pc:chgData name="Lakshmi Sai Prasanna" userId="1188e59daf468a7d" providerId="LiveId" clId="{0DD154D4-5EC4-4262-90EA-4D77424C730C}" dt="2026-09-21T04:55:39.384" v="29" actId="1076"/>
        <pc:sldMkLst>
          <pc:docMk/>
          <pc:sldMk cId="1891614670" sldId="277"/>
        </pc:sldMkLst>
        <pc:picChg chg="add mod">
          <ac:chgData name="Lakshmi Sai Prasanna" userId="1188e59daf468a7d" providerId="LiveId" clId="{0DD154D4-5EC4-4262-90EA-4D77424C730C}" dt="2026-09-21T04:55:39.384" v="29" actId="1076"/>
          <ac:picMkLst>
            <pc:docMk/>
            <pc:sldMk cId="1891614670" sldId="277"/>
            <ac:picMk id="8" creationId="{A590995C-20FA-D2AC-491C-0304A7DDAF0D}"/>
          </ac:picMkLst>
        </pc:picChg>
      </pc:sldChg>
      <pc:sldChg chg="addSp modSp new mod">
        <pc:chgData name="Lakshmi Sai Prasanna" userId="1188e59daf468a7d" providerId="LiveId" clId="{0DD154D4-5EC4-4262-90EA-4D77424C730C}" dt="2026-09-21T04:56:35.478" v="35" actId="1076"/>
        <pc:sldMkLst>
          <pc:docMk/>
          <pc:sldMk cId="445062051" sldId="278"/>
        </pc:sldMkLst>
        <pc:picChg chg="add mod">
          <ac:chgData name="Lakshmi Sai Prasanna" userId="1188e59daf468a7d" providerId="LiveId" clId="{0DD154D4-5EC4-4262-90EA-4D77424C730C}" dt="2026-09-21T04:56:35.478" v="35" actId="1076"/>
          <ac:picMkLst>
            <pc:docMk/>
            <pc:sldMk cId="445062051" sldId="278"/>
            <ac:picMk id="8" creationId="{8C5AAD3D-42AC-36D7-A47D-766756EA9E76}"/>
          </ac:picMkLst>
        </pc:picChg>
      </pc:sldChg>
      <pc:sldChg chg="new del">
        <pc:chgData name="Lakshmi Sai Prasanna" userId="1188e59daf468a7d" providerId="LiveId" clId="{0DD154D4-5EC4-4262-90EA-4D77424C730C}" dt="2026-09-21T04:57:38.068" v="37" actId="2696"/>
        <pc:sldMkLst>
          <pc:docMk/>
          <pc:sldMk cId="1672172959" sldId="279"/>
        </pc:sldMkLst>
      </pc:sldChg>
      <pc:sldChg chg="addSp modSp new mod">
        <pc:chgData name="Lakshmi Sai Prasanna" userId="1188e59daf468a7d" providerId="LiveId" clId="{0DD154D4-5EC4-4262-90EA-4D77424C730C}" dt="2026-09-21T04:58:37.676" v="43" actId="1076"/>
        <pc:sldMkLst>
          <pc:docMk/>
          <pc:sldMk cId="4013520046" sldId="279"/>
        </pc:sldMkLst>
        <pc:picChg chg="add mod">
          <ac:chgData name="Lakshmi Sai Prasanna" userId="1188e59daf468a7d" providerId="LiveId" clId="{0DD154D4-5EC4-4262-90EA-4D77424C730C}" dt="2026-09-21T04:58:37.676" v="43" actId="1076"/>
          <ac:picMkLst>
            <pc:docMk/>
            <pc:sldMk cId="4013520046" sldId="279"/>
            <ac:picMk id="8" creationId="{638280E1-6056-BB37-9944-8290A55720A6}"/>
          </ac:picMkLst>
        </pc:picChg>
      </pc:sldChg>
      <pc:sldChg chg="addSp modSp new mod">
        <pc:chgData name="Lakshmi Sai Prasanna" userId="1188e59daf468a7d" providerId="LiveId" clId="{0DD154D4-5EC4-4262-90EA-4D77424C730C}" dt="2026-09-21T04:59:16.469" v="47" actId="1076"/>
        <pc:sldMkLst>
          <pc:docMk/>
          <pc:sldMk cId="3823360335" sldId="280"/>
        </pc:sldMkLst>
        <pc:picChg chg="add mod">
          <ac:chgData name="Lakshmi Sai Prasanna" userId="1188e59daf468a7d" providerId="LiveId" clId="{0DD154D4-5EC4-4262-90EA-4D77424C730C}" dt="2026-09-21T04:59:16.469" v="47" actId="1076"/>
          <ac:picMkLst>
            <pc:docMk/>
            <pc:sldMk cId="3823360335" sldId="280"/>
            <ac:picMk id="8" creationId="{6C5ABD11-E329-3B28-16B4-4DFA8F7BB0B5}"/>
          </ac:picMkLst>
        </pc:picChg>
      </pc:sldChg>
      <pc:sldChg chg="modSp new del mod">
        <pc:chgData name="Lakshmi Sai Prasanna" userId="1188e59daf468a7d" providerId="LiveId" clId="{0DD154D4-5EC4-4262-90EA-4D77424C730C}" dt="2026-09-21T09:38:37.113" v="182" actId="2696"/>
        <pc:sldMkLst>
          <pc:docMk/>
          <pc:sldMk cId="3185555807" sldId="281"/>
        </pc:sldMkLst>
        <pc:spChg chg="mod">
          <ac:chgData name="Lakshmi Sai Prasanna" userId="1188e59daf468a7d" providerId="LiveId" clId="{0DD154D4-5EC4-4262-90EA-4D77424C730C}" dt="2026-09-21T05:09:14.015" v="114" actId="27636"/>
          <ac:spMkLst>
            <pc:docMk/>
            <pc:sldMk cId="3185555807" sldId="281"/>
            <ac:spMk id="4" creationId="{8B60F275-005B-971D-7F23-70E3A27BF775}"/>
          </ac:spMkLst>
        </pc:spChg>
      </pc:sldChg>
      <pc:sldChg chg="modSp new mod">
        <pc:chgData name="Lakshmi Sai Prasanna" userId="1188e59daf468a7d" providerId="LiveId" clId="{0DD154D4-5EC4-4262-90EA-4D77424C730C}" dt="2026-09-21T09:40:25.170" v="191" actId="1076"/>
        <pc:sldMkLst>
          <pc:docMk/>
          <pc:sldMk cId="1094192534" sldId="282"/>
        </pc:sldMkLst>
        <pc:spChg chg="mod">
          <ac:chgData name="Lakshmi Sai Prasanna" userId="1188e59daf468a7d" providerId="LiveId" clId="{0DD154D4-5EC4-4262-90EA-4D77424C730C}" dt="2026-09-21T09:40:19.953" v="190" actId="1076"/>
          <ac:spMkLst>
            <pc:docMk/>
            <pc:sldMk cId="1094192534" sldId="282"/>
            <ac:spMk id="2" creationId="{A8152778-F7E6-BE28-8332-E28411E7A9F0}"/>
          </ac:spMkLst>
        </pc:spChg>
        <pc:spChg chg="mod">
          <ac:chgData name="Lakshmi Sai Prasanna" userId="1188e59daf468a7d" providerId="LiveId" clId="{0DD154D4-5EC4-4262-90EA-4D77424C730C}" dt="2026-09-21T09:40:25.170" v="191" actId="1076"/>
          <ac:spMkLst>
            <pc:docMk/>
            <pc:sldMk cId="1094192534" sldId="282"/>
            <ac:spMk id="4" creationId="{B765CDB4-80B7-76F2-876D-2214EC5DB7ED}"/>
          </ac:spMkLst>
        </pc:spChg>
      </pc:sldChg>
      <pc:sldChg chg="addSp modSp new mod">
        <pc:chgData name="Lakshmi Sai Prasanna" userId="1188e59daf468a7d" providerId="LiveId" clId="{0DD154D4-5EC4-4262-90EA-4D77424C730C}" dt="2026-09-21T09:45:38.525" v="235" actId="1035"/>
        <pc:sldMkLst>
          <pc:docMk/>
          <pc:sldMk cId="1774696735" sldId="283"/>
        </pc:sldMkLst>
        <pc:spChg chg="mod">
          <ac:chgData name="Lakshmi Sai Prasanna" userId="1188e59daf468a7d" providerId="LiveId" clId="{0DD154D4-5EC4-4262-90EA-4D77424C730C}" dt="2026-09-21T09:45:38.525" v="235" actId="1035"/>
          <ac:spMkLst>
            <pc:docMk/>
            <pc:sldMk cId="1774696735" sldId="283"/>
            <ac:spMk id="5" creationId="{E523EC0C-5500-ABE7-F95A-E4F88A573C70}"/>
          </ac:spMkLst>
        </pc:spChg>
        <pc:picChg chg="add mod">
          <ac:chgData name="Lakshmi Sai Prasanna" userId="1188e59daf468a7d" providerId="LiveId" clId="{0DD154D4-5EC4-4262-90EA-4D77424C730C}" dt="2026-09-21T09:45:18.531" v="225" actId="14100"/>
          <ac:picMkLst>
            <pc:docMk/>
            <pc:sldMk cId="1774696735" sldId="283"/>
            <ac:picMk id="8" creationId="{085E8D70-90B3-E3F5-86C9-47C8FA74E118}"/>
          </ac:picMkLst>
        </pc:picChg>
        <pc:picChg chg="add mod">
          <ac:chgData name="Lakshmi Sai Prasanna" userId="1188e59daf468a7d" providerId="LiveId" clId="{0DD154D4-5EC4-4262-90EA-4D77424C730C}" dt="2026-09-21T09:44:52.934" v="224" actId="1076"/>
          <ac:picMkLst>
            <pc:docMk/>
            <pc:sldMk cId="1774696735" sldId="283"/>
            <ac:picMk id="10" creationId="{D8E4B47B-BAA8-FBF8-46CD-D93B929C632F}"/>
          </ac:picMkLst>
        </pc:picChg>
      </pc:sldChg>
      <pc:sldChg chg="addSp delSp modSp new del mod">
        <pc:chgData name="Lakshmi Sai Prasanna" userId="1188e59daf468a7d" providerId="LiveId" clId="{0DD154D4-5EC4-4262-90EA-4D77424C730C}" dt="2026-09-21T09:40:34.972" v="192" actId="2696"/>
        <pc:sldMkLst>
          <pc:docMk/>
          <pc:sldMk cId="4036773748" sldId="283"/>
        </pc:sldMkLst>
        <pc:spChg chg="del mod">
          <ac:chgData name="Lakshmi Sai Prasanna" userId="1188e59daf468a7d" providerId="LiveId" clId="{0DD154D4-5EC4-4262-90EA-4D77424C730C}" dt="2026-09-21T05:14:12.132" v="174" actId="478"/>
          <ac:spMkLst>
            <pc:docMk/>
            <pc:sldMk cId="4036773748" sldId="283"/>
            <ac:spMk id="2" creationId="{68A24617-1FF6-351C-F204-48536C8373F9}"/>
          </ac:spMkLst>
        </pc:spChg>
        <pc:spChg chg="mod">
          <ac:chgData name="Lakshmi Sai Prasanna" userId="1188e59daf468a7d" providerId="LiveId" clId="{0DD154D4-5EC4-4262-90EA-4D77424C730C}" dt="2026-09-21T05:14:17.887" v="175" actId="1076"/>
          <ac:spMkLst>
            <pc:docMk/>
            <pc:sldMk cId="4036773748" sldId="283"/>
            <ac:spMk id="4" creationId="{58908299-B7D2-B2A3-57E6-839CD49CD623}"/>
          </ac:spMkLst>
        </pc:spChg>
        <pc:spChg chg="add del">
          <ac:chgData name="Lakshmi Sai Prasanna" userId="1188e59daf468a7d" providerId="LiveId" clId="{0DD154D4-5EC4-4262-90EA-4D77424C730C}" dt="2026-09-21T05:13:12.893" v="162" actId="22"/>
          <ac:spMkLst>
            <pc:docMk/>
            <pc:sldMk cId="4036773748" sldId="283"/>
            <ac:spMk id="8" creationId="{47D79030-F609-1E9D-9CA0-5B399862743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5720" y="1605915"/>
            <a:ext cx="4480560" cy="246888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245427"/>
            <a:ext cx="3749040" cy="146304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5E30E4-6ABC-717D-EDA7-C6A92FCDB0F6}"/>
              </a:ext>
            </a:extLst>
          </p:cNvPr>
          <p:cNvSpPr>
            <a:spLocks noChangeAspect="1"/>
          </p:cNvSpPr>
          <p:nvPr userDrawn="1"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6B797E-AAB7-2FA3-8ADB-E0218F350D22}"/>
              </a:ext>
            </a:extLst>
          </p:cNvPr>
          <p:cNvCxnSpPr>
            <a:cxnSpLocks/>
          </p:cNvCxnSpPr>
          <p:nvPr/>
        </p:nvCxnSpPr>
        <p:spPr>
          <a:xfrm flipV="1"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586E34-FF91-68B8-CAEC-F84AD2DEEDB2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8CCB10-9F99-49CE-839A-D1D1C8B51CC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2BBAB3-D3B1-A927-AFB7-E23615F2CD5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A581A57-E7BF-DC2D-2E40-FD3FB95BA77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8602E52-B25B-C787-B432-FAE138B194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13978C-81F6-A536-CE48-A5BCDCD8424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104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170C3BF-B703-4A66-2FFE-1FD2365D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7723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1884465-7638-4041-56EF-684A60E84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848" y="1463040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E13058-C9D5-FD2D-4E13-939A67007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AF45BD-F4F0-4F29-C005-BA3BC8AF0A6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B8559CA-B25F-A779-165D-000F511BD53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76E1BB-25B4-D52E-01F1-44C64375D6F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C388FC-A0B6-481D-BEB4-876D3CFC3F7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950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20B57-74C2-7AD8-6E07-D29EE6A6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912" y="4597404"/>
            <a:ext cx="9784077" cy="980435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8025AC-332D-ADB0-3E96-03E4761BB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5668963"/>
            <a:ext cx="9784842" cy="63976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8258" y="404999"/>
            <a:ext cx="10575485" cy="383680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1" b="-66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10040831" y="4203335"/>
            <a:ext cx="349431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A42598-CA8F-5141-9F98-7018240FA786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904286-3DEB-9849-219D-A085C0024794}"/>
              </a:ext>
            </a:extLst>
          </p:cNvPr>
          <p:cNvCxnSpPr>
            <a:cxnSpLocks/>
          </p:cNvCxnSpPr>
          <p:nvPr/>
        </p:nvCxnSpPr>
        <p:spPr>
          <a:xfrm>
            <a:off x="803185" y="426735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F7D0C-5069-E36A-74BE-09B74A8BDF5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A121A0-9E65-3E8B-DBB2-52D98873A8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B9F357-72AD-336C-0877-A0314E6529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73381C-AC31-FE63-FC5F-EFE48EAFF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AEBC41-77CA-7255-DEC2-73C82A6D4E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055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8D1A68-0FAC-B397-3F43-E7E6DB16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5598" y="1126010"/>
            <a:ext cx="4668639" cy="347877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4891711-2302-9D63-B25E-AF7AF07C3A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8" y="4731335"/>
            <a:ext cx="4668642" cy="1193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5D23C8-9820-654D-9C1E-FE1FC23DA807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7141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E3D082D-5D35-2F9F-90C3-021CD2158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18" y="782840"/>
            <a:ext cx="4572587" cy="366114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A1BC-11EF-D28B-C0E1-F2D685AF72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B07658D-2C15-0859-FC14-231204836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8" y="4663439"/>
            <a:ext cx="4571996" cy="1380739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565B300-A92A-F114-82AF-D815794F43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9048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B55B-A218-74B5-0BEE-22235E9B8B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3C345D-F56F-0743-AB88-4EB3E35EF63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10BF7-333F-24FE-D2DF-7331FF9658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C99E2D-452C-18BB-7BBF-6B7623C54B61}"/>
              </a:ext>
            </a:extLst>
          </p:cNvPr>
          <p:cNvCxnSpPr/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9994A-73A8-CE11-7B98-7EA7C4CD1EA5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7A9A682-C17C-6F60-46E3-F77E33DAF30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C5B78E-1DDD-2C3B-5815-0AA0E821DF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1B8608-E98C-230E-455F-2EB092A04E7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D2C4CF-5F74-8957-6184-413A56C8ED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3688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0D6AF0-B6F6-A093-A469-888C617C34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46E95A7-955E-FC5B-D104-EC6701D6FA6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5FC1A-7536-FA20-E5DC-2D810097554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B12FF6-F32F-DFCA-9885-6FE91F1A8A3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FE863DC-51BC-8D1D-3164-799EBBDAD6F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922217-2748-2314-B47E-D795069B2538}"/>
              </a:ext>
            </a:extLst>
          </p:cNvPr>
          <p:cNvCxnSpPr>
            <a:cxnSpLocks/>
          </p:cNvCxnSpPr>
          <p:nvPr/>
        </p:nvCxnSpPr>
        <p:spPr>
          <a:xfrm>
            <a:off x="609904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DB7B0F2-3D52-79E2-8444-B82E34B5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786384"/>
            <a:ext cx="4668637" cy="3460492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97102-355A-91BC-FF97-2F2F544144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91879C3-FF15-5DBC-60E1-15862E5236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7791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52" t="75" r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44F125D-7632-1E4B-E35B-4A1B552FC8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5599" y="4663439"/>
            <a:ext cx="4668641" cy="1380744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24230-5D44-0E0B-741C-23E5B8A506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5D23C8-9820-654D-9C1E-FE1FC23DA807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417E-29EA-8AA4-1FB6-094EEC6C1C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57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08E949C-4552-505B-2374-1AD98378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2"/>
            <a:ext cx="7589520" cy="3474721"/>
          </a:xfrm>
        </p:spPr>
        <p:txBody>
          <a:bodyPr>
            <a:noAutofit/>
          </a:bodyPr>
          <a:lstStyle>
            <a:lvl1pPr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6AD6200-A62D-83E5-67FF-7C9D21BC40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480561"/>
            <a:ext cx="6655519" cy="1563618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94B28A-4C74-C14A-960D-ABD28BCC0EB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F68E49-FB2F-EE46-BBC5-687EFFAC5B44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684535-D8D6-3C5C-2F48-CF561A53589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53CEFA-651F-E217-0B0C-E52881B35E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1F9794-829E-FFF3-35B9-FBE5704507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1C86891-1380-AD13-7BB7-52F437F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9315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9E9313-4D10-F4B7-8D91-79EDA5D7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4" y="1073329"/>
            <a:ext cx="7876287" cy="3592629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9CF64426-6D11-A40D-4E5E-20B779D81E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07007" y="4715111"/>
            <a:ext cx="7375466" cy="1014984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CD23C-B1EB-604C-96F1-0CF64015D15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162085-B82B-D70C-0D7A-22C4D7233FBB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9AC621-2F3F-131D-52E8-A4984237541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C01039-2702-D6CF-0CAF-7BDB73F165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76C98EB-F220-E16C-9F07-94D78E1A0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F953B0C-5FF3-5CCF-848F-BB45DDA545A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0300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005840"/>
            <a:ext cx="9601200" cy="2621154"/>
          </a:xfrm>
        </p:spPr>
        <p:txBody>
          <a:bodyPr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3749039"/>
            <a:ext cx="9601200" cy="210312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1430-0446-F343-817C-D9D2C78891B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2FAD7B-9B0A-857E-5CD0-3E3F44C18648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0D7A0C-A4FC-D6C3-FB54-CEA8FB8E5330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A9338F-57CD-1C5E-080E-1648C5C9F9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9DEB5BD-7064-53F1-55A5-85BC50666D0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43BB38-B6FB-D943-9359-FE7ED3ABB29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2662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2103120"/>
            <a:ext cx="3931920" cy="2011680"/>
          </a:xfrm>
        </p:spPr>
        <p:txBody>
          <a:bodyPr anchor="b" anchorCtr="0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0" y="4177393"/>
            <a:ext cx="2743200" cy="1097280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39BFE6-4C9C-5B1E-ED2D-D672723D9480}"/>
              </a:ext>
            </a:extLst>
          </p:cNvPr>
          <p:cNvGrpSpPr/>
          <p:nvPr userDrawn="1"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E4F5756-0D00-A0C9-4813-70C9B7C191EE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B2B78D9-04A0-2DE2-227F-950F1640461C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F1CFAC1-EF4C-3A94-56C0-11F4FA3BBF8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8629CBD-3927-3D28-1F30-9F6EA745382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88387A3-E4C6-1FA3-B53D-8321DABF7F57}"/>
              </a:ext>
            </a:extLst>
          </p:cNvPr>
          <p:cNvSpPr/>
          <p:nvPr userDrawn="1"/>
        </p:nvSpPr>
        <p:spPr>
          <a:xfrm>
            <a:off x="3635480" y="966343"/>
            <a:ext cx="4921041" cy="492104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347A20-E5CE-D48A-532A-43A9AE6D845E}"/>
              </a:ext>
            </a:extLst>
          </p:cNvPr>
          <p:cNvGrpSpPr/>
          <p:nvPr userDrawn="1"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0530ED-939C-9AE3-E2AA-C67A3BAE230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E0B585-5421-AB6C-F2B4-387F4FCC3B8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F59087-71C3-F7D4-40F9-C5030341EBF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11F614F-4E8C-C510-F9CA-18D5C8F800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82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1143000"/>
            <a:ext cx="7772400" cy="4572000"/>
          </a:xfrm>
        </p:spPr>
        <p:txBody>
          <a:bodyPr anchor="ctr" anchorCtr="0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FF77-C2BC-3842-9757-C2EBADB3409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319F3-7ADB-A297-31E7-B4ECAED75F6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342D09D-B576-2CDA-0E02-F693119B459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FE4725A-AB5F-A233-599A-4D9D5792EF7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93BF32-D165-B68D-46A9-E4857CC06E9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DFA350C-9C20-0040-6C52-924473C264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0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D0AB2-23BC-3043-AC30-5928E542C0C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64D07C-30EB-180E-ECA5-7D994FB6B458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ADA6AEC-ECB3-F1C7-E764-B8ADFE06411F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0DB266-E37E-7698-DB7E-6D9E94BDFA72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9D4A54-15D9-3C99-7553-173F66B741B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4712B6-CD65-6015-EC36-F8A05F355A6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082FE47-168D-894B-9992-69DDA276429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CB7F1E8-9C58-EB4B-7C58-F14781D8EA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20AA4AF-279E-969C-C602-1D4B7466E4B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563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0040" y="1645920"/>
            <a:ext cx="3931920" cy="356616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24C61-4277-DA47-BF4A-DCEFD7F4C6B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2419B5-61E2-FD73-4DC0-6BD4FEA22BC7}"/>
              </a:ext>
            </a:extLst>
          </p:cNvPr>
          <p:cNvGrpSpPr/>
          <p:nvPr/>
        </p:nvGrpSpPr>
        <p:grpSpPr>
          <a:xfrm>
            <a:off x="3357372" y="400050"/>
            <a:ext cx="5477256" cy="6053507"/>
            <a:chOff x="3357372" y="400050"/>
            <a:chExt cx="5477256" cy="605350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04066B-2A84-9323-C5DA-5B348302F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7372" y="690372"/>
              <a:ext cx="5477256" cy="547725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0D9250-FE41-6A62-63E0-45557F7A8217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050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B5D07D-F48B-B558-CC22-73A8D1D25C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163235"/>
              <a:ext cx="0" cy="2903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A553EE4-7656-051D-B9EA-5CE4DF67F1B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B995F0C-E3CB-71F5-AA4A-3E0C2250F6D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4E96190-C8C5-5A5E-583F-A1FA14CA530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33EFCA-48D0-CA03-8F58-5201249ED9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8BC0BD-74F3-CF74-E3F6-B1AB063253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27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47160" y="1463040"/>
            <a:ext cx="4297680" cy="3931920"/>
          </a:xfrm>
        </p:spPr>
        <p:txBody>
          <a:bodyPr anchor="ctr" anchorCtr="0">
            <a:normAutofit/>
          </a:bodyPr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5EBEF67-1D90-5D54-354B-6412957B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87A7C1D-E0BF-03ED-4BF5-BD5B7A5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1C53B-D534-AA48-85B3-4F5B03DDCBA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13DCCFC-6C6C-BEE4-3288-E22430B7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04066B-2A84-9323-C5DA-5B348302F471}"/>
              </a:ext>
            </a:extLst>
          </p:cNvPr>
          <p:cNvSpPr>
            <a:spLocks noChangeAspect="1"/>
          </p:cNvSpPr>
          <p:nvPr/>
        </p:nvSpPr>
        <p:spPr>
          <a:xfrm>
            <a:off x="3069336" y="402336"/>
            <a:ext cx="6053328" cy="605332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1BE2BD-7F8B-7C22-CFB1-672436A435C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096000" y="0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605ED7-A153-EC6F-5FAD-36B4B4358E06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6096000" y="6455664"/>
            <a:ext cx="0" cy="402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3C8215DB-D097-7C38-9C71-D1CFEFEF6A8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A25622-E70C-87A2-8948-57015501A77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BC90E86-9351-B357-1E5C-6FFBE66DCF8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002D9F6-1ABE-59A5-65EE-083DC0F5BBAD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95F9938-96CE-D789-BC11-3480B8489FD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917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62335"/>
            <a:ext cx="4389120" cy="512064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47100" y="816615"/>
            <a:ext cx="4389120" cy="521208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A7CB4E-BD8C-8E4D-91FF-B1939559C13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97BF5B-32BC-BBD0-CF2F-278F9759F7B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B8C6683-0AEB-503B-BAF1-51DAAF22F621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B2043B3-B90B-491D-9203-45C5F867EC8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E574BD-DC36-6D57-B675-4DC205A2F99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0042C9-94A3-B61B-E948-DEAD329E857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93BD77-3686-B555-2FC0-ACF67E598393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06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623" y="822960"/>
            <a:ext cx="4342337" cy="2103120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E984F9-2199-EBFA-F2CC-8763C190A2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3699909B-C939-96B1-BC6D-ADAB553102E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672" y="402336"/>
            <a:ext cx="5289176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1" b="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00623" y="3834765"/>
            <a:ext cx="4343400" cy="2103120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5143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2pPr>
            <a:lvl3pPr marL="7429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52F3B9-F3FC-C6BA-2D5C-232401B1DDB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42E188-D61A-9842-B8A2-1559B339961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A914D9-9468-7038-39C3-3B639A66D8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0CE65A-BB1E-AC85-3441-39F20A18F2A5}"/>
              </a:ext>
            </a:extLst>
          </p:cNvPr>
          <p:cNvGrpSpPr/>
          <p:nvPr/>
        </p:nvGrpSpPr>
        <p:grpSpPr>
          <a:xfrm>
            <a:off x="6093848" y="402336"/>
            <a:ext cx="5297241" cy="6053328"/>
            <a:chOff x="6093848" y="402336"/>
            <a:chExt cx="5297241" cy="605332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186CB7-6AEB-B743-4514-FD48EC862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3848" y="3425476"/>
              <a:ext cx="52972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BA0EC0-9334-E3BD-A943-2A6CE641D18A}"/>
                </a:ext>
              </a:extLst>
            </p:cNvPr>
            <p:cNvCxnSpPr/>
            <p:nvPr/>
          </p:nvCxnSpPr>
          <p:spPr>
            <a:xfrm>
              <a:off x="6099748" y="402336"/>
              <a:ext cx="0" cy="60533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E199F47-2C0A-4C3F-B557-642A89A02175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87DDCC1-3A31-C96B-B944-3D034E35CE5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521C807-39D4-D4AA-9527-8658CEF781D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E28386-8201-E969-93C4-035054A6593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15476B2-B1B9-0305-3417-F5958B27BB8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3378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9C5E13-DAC4-195E-1928-8B3D9E93B8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04000" y="2184400"/>
            <a:ext cx="4298950" cy="2468563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0C1909-8EA0-3E44-B1AC-A9EA5658423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4AF90E-26F2-BCC1-1730-ECA670AFE5A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87397F7-ED9A-8F00-3F67-261E1D3015B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A2613-2C66-F678-F8F9-98BC7AA76A7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9C37B4F-9C8D-F842-D910-EFB122B37B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9ABB5DB-6C07-7796-F8FD-C5EF39B54DC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FF3CE0-FE95-A5D4-5EF7-60EA03431A10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71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752" y="816615"/>
            <a:ext cx="429768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9369" y="1045029"/>
            <a:ext cx="3900879" cy="4663440"/>
          </a:xfrm>
        </p:spPr>
        <p:txBody>
          <a:bodyPr anchor="ctr" anchorCtr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52DD5A-B150-8340-8E59-4C8F3F7E3A5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062BE-564D-E723-4D32-E97A7D6D9BF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24391A-72C8-59EB-093A-7DB51C79B07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EFAD0B9-5EED-C0C3-D1D9-648F10ED7BE6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BB9583C-8B41-3D50-9FDD-E26958D31AFD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FEAC0D2-6922-25FF-877D-8CDA3D65C5E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8399D9-F337-D887-E4B6-C348B7A962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2314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32" y="816615"/>
            <a:ext cx="4389120" cy="5212080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BC836E-EE23-E8E8-F704-10EB1EBA074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5248" y="816615"/>
            <a:ext cx="4389104" cy="5224768"/>
          </a:xfrm>
        </p:spPr>
        <p:txBody>
          <a:bodyPr anchor="ctr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D936B8-E398-1A41-8DE9-58DDB113FEEA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35B3E4-3247-E935-5816-43C07DF6498F}"/>
              </a:ext>
            </a:extLst>
          </p:cNvPr>
          <p:cNvCxnSpPr>
            <a:cxnSpLocks/>
          </p:cNvCxnSpPr>
          <p:nvPr/>
        </p:nvCxnSpPr>
        <p:spPr>
          <a:xfrm>
            <a:off x="6096000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0567FB-D8E5-4494-8865-28151857CC4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2D679A-B370-3459-D826-984A8FAAB54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A0B87DB-56D9-FC57-14D7-948086B86C1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510EE14-987F-5583-91B2-3C68EE913C1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1296E2B-A6A5-A82B-D158-69450A5EA39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716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BE259E-88AB-BB2B-BAA5-9AF1880F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0080"/>
            <a:ext cx="10058400" cy="7315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63040"/>
            <a:ext cx="10058400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2752B3-7BF7-614C-A80A-1256FFE41AD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FE2746-CBB4-791D-92ED-7D4BA96D0C9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72F8CD-9781-5B69-6A2F-ACD2927779D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209B7C8-C55B-17E4-6C60-9C15BB7A63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F0942E2-D6E0-4A3B-CF5E-C7A8F0B917C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5B6906-9443-FEB0-23E3-78142F3660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16349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3C509E-C7AC-2821-160D-02A10B58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640080"/>
            <a:ext cx="10058400" cy="731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3C0EFA-B5AE-CA80-DC77-DA3E8AC5A3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69975" y="1463675"/>
            <a:ext cx="10052050" cy="4754563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0482BA7-8406-1C47-9A76-988652CA5787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0433CD-47AD-50BF-BD73-0A8881E7799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F453102-CF88-5F5D-F01F-D55DFF9F821B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0331B85-F551-1D98-E249-E17615E9AA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F1728A5-B526-3330-7A6A-8E6E4F5AB12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C48EDDF-9CB1-4C44-B1E2-CC97C6F10B3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804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5002" y="786386"/>
            <a:ext cx="276991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2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25002" y="2899068"/>
            <a:ext cx="276991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F03E26-E542-1A4D-AC7A-1E4E95BAEC6A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7790269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F5C2EA-B780-9C9C-77C2-9C6E76A404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856C059-7605-4C77-F758-743839E0750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DD5A105-823E-7F57-9BD9-B921E9D0B77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12C3FE9-B32A-64E0-FF0E-729AFCAC0FF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29F84BA-E3BA-190A-D926-B57563866DF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709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6"/>
            <a:ext cx="2733933" cy="196596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60F07FB-C605-C475-2466-273F0A3662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899068"/>
            <a:ext cx="2733933" cy="315426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7207" y="396510"/>
            <a:ext cx="6984300" cy="605688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278" t="9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67EAB-987E-5A82-3A52-4B05A2268E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5476B0-E2C7-E147-B9CE-3E274E847A5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B01B09-0705-352B-A1FA-3E626EF0691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EB4D60-2464-A9C4-215B-159431C1081B}"/>
              </a:ext>
            </a:extLst>
          </p:cNvPr>
          <p:cNvCxnSpPr/>
          <p:nvPr/>
        </p:nvCxnSpPr>
        <p:spPr>
          <a:xfrm>
            <a:off x="4392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306094-CD46-FD37-15EF-7C5ED43D2E0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13FC44-1419-B29C-2719-5D21B5FAB87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635384-8C2F-F008-F19F-E7277C4CD82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94D592-13C7-2B81-775C-17CEE45C682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AAC0629-36FF-17F3-D1B6-1FFADC425E4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4693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4292076"/>
            <a:ext cx="3291840" cy="1737355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0050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4292076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D7DCC1-5043-7A46-8443-F8426D5EAB7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4018394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843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29184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63440" y="786384"/>
            <a:ext cx="6309360" cy="17373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55FBD2-735E-C257-607E-CB2F585DBB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5340" y="2831629"/>
            <a:ext cx="10561320" cy="3602303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b="-1756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A2963D-70FD-3A42-A53A-2480966C033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41AB78-00EA-C6DB-5859-59235D680038}"/>
              </a:ext>
            </a:extLst>
          </p:cNvPr>
          <p:cNvCxnSpPr>
            <a:cxnSpLocks/>
          </p:cNvCxnSpPr>
          <p:nvPr/>
        </p:nvCxnSpPr>
        <p:spPr>
          <a:xfrm>
            <a:off x="803185" y="2802870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402F3EE-5A8F-A913-E4A4-DE5F2B1F2E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FB51874-0819-129D-10E6-493F10681A3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DD5B01-D5A3-844C-1227-68F4BC23071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B9A768-047B-4797-F4FA-1949EC09586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CE28C1-4A24-5039-21A3-CAB1FFE878C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2788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0" y="786385"/>
            <a:ext cx="3291840" cy="1499615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FEC1-7004-7D66-39C0-5B3A0B2E466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400050"/>
            <a:ext cx="6452176" cy="605295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9" t="38" r="-1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0" y="2468880"/>
            <a:ext cx="3291840" cy="354973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F019D-CA37-05FF-D534-08FDF17D319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A8FB16-FCFB-DA44-98E9-136CD51670D6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82A8A-3017-C293-CAA4-79DAC74143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BCF003-D6AC-D9E0-C254-602FAE60278B}"/>
              </a:ext>
            </a:extLst>
          </p:cNvPr>
          <p:cNvCxnSpPr/>
          <p:nvPr/>
        </p:nvCxnSpPr>
        <p:spPr>
          <a:xfrm>
            <a:off x="726701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80CB927-6193-3B14-8326-BBA8970C4F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BDFF263-1BF6-293B-B046-2941778BCA54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DA48FB5-B732-D35D-2F75-840EFFCA6EF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4D5118-DFE8-485E-6BE3-B042C0129B0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C779D56-9125-9DD5-D919-9FBC4DE4C9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888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492" y="790302"/>
            <a:ext cx="3291840" cy="1499616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358B6-BD90-E536-E301-EAF518F93DD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2468880"/>
            <a:ext cx="3291840" cy="354787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25692" y="402336"/>
            <a:ext cx="6455664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271" t="1" r="-2" b="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5757A-4818-B0C9-F86A-A70480EA9B0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EFB3A8-11B5-7149-8412-15238624EFF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B5840-4614-F082-0EE8-166E877279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BE0255-54E9-B23E-623C-F5C3D5397CDC}"/>
              </a:ext>
            </a:extLst>
          </p:cNvPr>
          <p:cNvCxnSpPr/>
          <p:nvPr/>
        </p:nvCxnSpPr>
        <p:spPr>
          <a:xfrm>
            <a:off x="491166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7B048E29-F249-FCD5-75C6-EF3AD539208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B581520-7C65-58B5-6A72-4A87A2886B4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6D33EF2-FCD9-64BB-D5BD-71A6C1A0BC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74CC74B-22E1-1F2A-8B43-52BB3A2671A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33C6DA-321C-7253-1FDF-F238DBFA8D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216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7" y="786384"/>
            <a:ext cx="5456295" cy="100584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9D9456A-3FB8-5960-7F55-D6B686CFFC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7" y="1920240"/>
            <a:ext cx="5456295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78133" y="402336"/>
            <a:ext cx="4307415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549" r="-154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42EA1D-81E7-620D-1BD8-6D18329BD22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50FCFAB-53E3-A342-A296-D67E0AB8D0C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1505A7-ADCB-6529-BE02-48BD8F2CFD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A70D03-884A-50D9-2A83-C93ADDD49A38}"/>
              </a:ext>
            </a:extLst>
          </p:cNvPr>
          <p:cNvCxnSpPr/>
          <p:nvPr/>
        </p:nvCxnSpPr>
        <p:spPr>
          <a:xfrm>
            <a:off x="7054440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9C2927C-12EE-49B3-DF99-04A869F1E12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0EFC1CE-B3AD-ED82-4797-595D2898220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42A2DBA-4EA6-1D56-360C-A2123A287B6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81C874-21DE-792C-9FEE-BF48EECBBC6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86A35DD-6C6E-B96F-0038-DD2CD277792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1573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0" y="786384"/>
            <a:ext cx="5394960" cy="10058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26D65-1470-5355-C0AB-4C755AE3646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26947C16-472E-02E4-EE92-74FC49AB38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1700" y="402336"/>
            <a:ext cx="4382592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-123" t="151" r="-225" b="-15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7840" y="1920240"/>
            <a:ext cx="539496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03F24-F909-9BD0-1CE0-3AFA9296B69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C46901-11EF-4445-8903-DC36784F331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47767-378C-917C-1CEA-C28D4F2BD4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8D92F-DD5D-21B4-7D10-80457CCEDEC0}"/>
              </a:ext>
            </a:extLst>
          </p:cNvPr>
          <p:cNvCxnSpPr/>
          <p:nvPr/>
        </p:nvCxnSpPr>
        <p:spPr>
          <a:xfrm>
            <a:off x="5185777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3C3FE30-EF8F-C27D-E8AB-BB565902B9F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B333B6-9BB2-24CF-B636-1E04F141121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9F5CADF-5A1B-0BEC-D60A-C6D3AF70F2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5755C8-3D3B-E5E6-1F70-528A7BCA65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E6F374D-A3D9-FD1D-A133-794607CFD7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0648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3749040"/>
            <a:ext cx="2834640" cy="228600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C31E5265-51B9-0DA3-10B4-945EE49517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406401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44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3749040"/>
            <a:ext cx="6858000" cy="228600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5C750C-98D3-2541-9DBA-212130458E4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7DF89E-6618-A2A2-BC84-986CED89FCC1}"/>
              </a:ext>
            </a:extLst>
          </p:cNvPr>
          <p:cNvCxnSpPr>
            <a:cxnSpLocks/>
          </p:cNvCxnSpPr>
          <p:nvPr/>
        </p:nvCxnSpPr>
        <p:spPr>
          <a:xfrm>
            <a:off x="803185" y="3412227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A396D86-8A66-3FA9-3546-3A1F8577907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D844445-C27C-0A5B-2D4A-490DC1664AD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629BDA0-67DC-312E-1148-3B3D607358C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6FA474-6534-5F04-1B35-0A8CB67144C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C3F2445-DE75-8F1D-AF29-50897C3A8D1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4731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834640" cy="21945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C41AE8B-FC59-39B1-281C-D38D03D05B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0" y="786384"/>
            <a:ext cx="6858000" cy="219456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340" y="3461829"/>
            <a:ext cx="10561320" cy="2987416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62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489A-1FCE-1E30-E1BC-2F89D0AEA64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C99844-6C9E-BB4D-8B47-7C2CC32AAC0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037D5D-163A-01CE-9AE6-33821E23DC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0730B6-4EF5-7F9C-E6DB-635C947CFEE3}"/>
              </a:ext>
            </a:extLst>
          </p:cNvPr>
          <p:cNvCxnSpPr>
            <a:cxnSpLocks/>
          </p:cNvCxnSpPr>
          <p:nvPr/>
        </p:nvCxnSpPr>
        <p:spPr>
          <a:xfrm>
            <a:off x="803185" y="3443041"/>
            <a:ext cx="105841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91AE5A9-CF62-A508-3C2C-E3BE594AC2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CEFB20-F364-CF05-360F-6CC5D88ACC5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1BD6A10-DA26-A78C-A5C9-6E848476002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879492A-67D3-53D1-F50F-DBC8A33D245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2D47D6-60C0-53E4-BD56-F71C892CDD5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5723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86384"/>
            <a:ext cx="566928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D0F53A5-B7B2-D195-CE9A-F93E7073A7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5544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" r="-52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DA056-F89A-AE3C-C34A-38BEC58691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582611-C0A2-BD42-A8F7-C2F9A013F10C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CEB9FDE-D96C-0906-A793-822DD355B40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DB4CF5-18AD-6BFC-8AA3-4292C4318D77}"/>
              </a:ext>
            </a:extLst>
          </p:cNvPr>
          <p:cNvCxnSpPr>
            <a:cxnSpLocks/>
          </p:cNvCxnSpPr>
          <p:nvPr/>
        </p:nvCxnSpPr>
        <p:spPr>
          <a:xfrm>
            <a:off x="4912108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AFAE229-30B5-59F6-95B3-5A0028AA9FD0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F9983B3-9D4B-C7C3-42B6-FC4112EDA17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9FE12F5-E33A-8435-EC5D-4056ACEF775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30088E3-D111-48BB-2932-C12F38A348E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419E4F3-5171-B07A-3705-6FF5F7EC506B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896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5669280" cy="9144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169C89B-17A4-F382-1720-170DCCD7B6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566928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226A60F8-6BFE-EE58-8E8B-8E42FCDABF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0239" y="400051"/>
            <a:ext cx="4098966" cy="6052952"/>
          </a:xfrm>
          <a:blipFill dpi="0" rotWithShape="1">
            <a:blip r:embed="rId2">
              <a:alphaModFix amt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r="-19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8DE0-8FDC-961F-A73B-ED321A160D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48417B-2BA9-FC42-993A-F5CAB8ABAB3C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E6F948F-9E87-C016-444D-D9F266B8C9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42AE50-E725-8CC9-C210-91ADF8C0F6FE}"/>
              </a:ext>
            </a:extLst>
          </p:cNvPr>
          <p:cNvCxnSpPr/>
          <p:nvPr/>
        </p:nvCxnSpPr>
        <p:spPr>
          <a:xfrm>
            <a:off x="7258461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FCB2DB0-8C6B-DBBA-F594-AC4F2954C42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DB4D22E-4E74-6984-AF14-681AA8D9125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0E9A215-4EBA-4F98-1C96-43269B57F2F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DB5B197-9DE8-9BBC-A47D-F378F717E4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B835935-392C-76CA-C57F-44990EBEB0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88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9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120" b="-8976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956DE8-31F3-0C48-AD89-A99E39B5E35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44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7008" y="1645920"/>
            <a:ext cx="5987920" cy="4400319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3" t="5" r="302" b="-8984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2654" y="1645920"/>
            <a:ext cx="3380146" cy="43891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247F170-621E-394E-A3F2-D37D14C6B27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2486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9784080" cy="640080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645920"/>
            <a:ext cx="4572000" cy="4572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D69BDBE1-5F80-669A-1B59-BD1E8D2515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11963" y="1645921"/>
            <a:ext cx="4777774" cy="440031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0" t="-4" r="100" b="-8973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FEB256-000B-7640-A176-A6ED88FB302B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1DBAD0-D07B-A74F-6666-CA41ADD20C7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3FDF152-974F-A342-D2EF-E16DCAC7FECE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22D320-6A18-F2A0-9B5F-6D2CCFD3C85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0112F-DFB9-2DAB-0FC6-60936EBCA1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576E3A-B8F0-5B5D-66BC-71D6BDE8606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4374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388" y="786385"/>
            <a:ext cx="7772400" cy="9144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2A0CE-6B73-A9EE-CD61-DA01E0E315A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3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1" t="148" r="-487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938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48AFF-3397-202B-9BA6-6E2E52FB96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187FAD-DCB9-3D4B-B066-9000219F05FB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641B0-A410-A060-9C4C-10246CEEB0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926A3E-707E-8CA6-DFD9-FDE70CA34896}"/>
              </a:ext>
            </a:extLst>
          </p:cNvPr>
          <p:cNvCxnSpPr>
            <a:cxnSpLocks/>
          </p:cNvCxnSpPr>
          <p:nvPr/>
        </p:nvCxnSpPr>
        <p:spPr>
          <a:xfrm>
            <a:off x="2899086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5F551DA-7593-8CE8-512A-2CF19A5FEED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E1E5FA2-0258-F65F-0046-4F63C680164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7C2681D-C958-88C3-4FE4-BD36D597EB7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A1CB91-86F4-F718-46CE-4C26351E5D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B704D5-99FF-334E-D340-F640FC2846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7275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772400" cy="9144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10D14-6E1B-BEBD-9ECF-6FD664E6D6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1828800"/>
            <a:ext cx="7772400" cy="420624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0662064-5DE4-D3A3-3200-46801CAA7B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87478" y="393289"/>
            <a:ext cx="2084255" cy="6051054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l="192" t="148" r="-748" b="-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CB399-7148-CC45-1784-53BEB8322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9C5B77-1EC5-224E-B44E-9B786878273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03136-9022-B685-BD72-AA2F8D6F1DB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D7FB67-CB66-8B73-E144-D9B0FD1BF4CC}"/>
              </a:ext>
            </a:extLst>
          </p:cNvPr>
          <p:cNvCxnSpPr/>
          <p:nvPr/>
        </p:nvCxnSpPr>
        <p:spPr>
          <a:xfrm>
            <a:off x="9250563" y="402336"/>
            <a:ext cx="0" cy="6053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C050196-5CDD-7D23-C735-405CCFDE0F5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915F7F2-4F99-DBC2-59AE-D63FDE09B1F3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37699A-63EB-A2E6-B9B8-E85B7B64F0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BE2E12-53E7-56D7-104B-F918B8D5372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CBDF578-3A17-02BF-93ED-AF5F8E7F4A5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8689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4023360" cy="128016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5" y="2396086"/>
            <a:ext cx="4070907" cy="3637825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1100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69280" y="786384"/>
            <a:ext cx="5303520" cy="530352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F601A6-19D3-EB49-B7F2-A9801AE13DA6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49E27E-A638-3E50-4392-58116C1AACD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22E0D86-7613-34C8-CDC4-C77532A2263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AB29EB0-E237-1D57-CA8E-EAD308E9C0C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6316C5-C89C-53D5-EDF8-06B3752F88A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2B727D-16F7-192C-BDC7-987EE4A4BF9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5767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108" y="786384"/>
            <a:ext cx="2834640" cy="1453896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0457" y="2388928"/>
            <a:ext cx="2859291" cy="3644982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 t="-1" b="-10882"/>
            </a:stretch>
          </a:blip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786384"/>
            <a:ext cx="649224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DCFA2C-3BE3-964B-9AAF-C20CC59CEE4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B351E8-DE44-EF78-C152-3A103EEBFEA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9CEF53B-E5B3-5228-FC6C-55411F158D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08AC4D-0833-297F-6CBF-8A5D8729D99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CE625D5-BBCB-B34F-682F-6A7EBBD4257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36439E-B9F9-BC55-6D36-2CBD97558C5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4185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19" y="4634716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603503"/>
            <a:ext cx="9601200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A3CDA5-1015-3148-A386-36088AF5334C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3498D5-7EC6-8C79-86BA-7C39A73A10D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FE65860-291D-DD0A-0AF6-EB6BDAF11248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542EDA-61BE-919A-EA3E-08EBB658FD7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E31BBA-19B1-9E32-10DC-6E50B5D242DB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0D6BDC-E9D3-BF86-AB1A-64748EAD4D44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4045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193183"/>
            <a:ext cx="5486400" cy="100584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1240974"/>
            <a:ext cx="7315200" cy="3065419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12E8AA-E35F-CF44-B5A4-3B5EDD4AC3FC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766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6D58EB7-9EC7-5A50-30A3-E2D9EDD0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7018" y="1599060"/>
            <a:ext cx="5052018" cy="3658736"/>
          </a:xfrm>
        </p:spPr>
        <p:txBody>
          <a:bodyPr anchor="ctr">
            <a:normAutofit/>
          </a:bodyPr>
          <a:lstStyle>
            <a:lvl1pPr>
              <a:defRPr sz="24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E2753DF-FB9B-AECE-E745-E846066B174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" y="1600200"/>
            <a:ext cx="5140325" cy="3657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20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FF3B4E-61F2-9C45-A7C9-0649FA3F05AD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D5DE95-288B-FAB7-3326-9E5BFCE5B746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84611E9-169A-4656-2416-A78901FFF7E6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14C6CB-F651-2912-3E36-09C365D5533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DB412A5-131A-058B-C206-D8CE2D23F5F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CFD5865-7471-0A98-E714-A522448C7F1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C1E35-5D55-2FA3-7A17-EBD8530A424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383D922-3CCD-2925-A440-432366817A2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D335464-04F4-7CE0-7F26-F8015820B2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A45CF0-48C0-1646-B20C-11D8E858590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5A20515-3DFE-12B8-CD96-E3A75B4B7E2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76975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4131153"/>
            <a:ext cx="3200400" cy="1545336"/>
          </a:xfrm>
          <a:noFill/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6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0" y="1832029"/>
            <a:ext cx="4572000" cy="2475441"/>
          </a:xfrm>
          <a:noFill/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4A289B-0B17-4246-8E33-E89C12A9084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377ED0-0CD0-101F-CACC-5C208B8095EB}"/>
              </a:ext>
            </a:extLst>
          </p:cNvPr>
          <p:cNvGrpSpPr/>
          <p:nvPr/>
        </p:nvGrpSpPr>
        <p:grpSpPr>
          <a:xfrm>
            <a:off x="801384" y="402336"/>
            <a:ext cx="10591869" cy="6053328"/>
            <a:chOff x="801384" y="402336"/>
            <a:chExt cx="10591869" cy="605332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B0FAE67-C3ED-90D8-482E-2E87FCA1F0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9336" y="402336"/>
              <a:ext cx="6053328" cy="605332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3BE06F7-8D5F-567C-D53C-8F3CFA65C6D8}"/>
                </a:ext>
              </a:extLst>
            </p:cNvPr>
            <p:cNvCxnSpPr>
              <a:cxnSpLocks/>
            </p:cNvCxnSpPr>
            <p:nvPr/>
          </p:nvCxnSpPr>
          <p:spPr>
            <a:xfrm>
              <a:off x="80138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1729EF-2962-C057-669D-86C7189119A0}"/>
                </a:ext>
              </a:extLst>
            </p:cNvPr>
            <p:cNvCxnSpPr>
              <a:cxnSpLocks/>
            </p:cNvCxnSpPr>
            <p:nvPr/>
          </p:nvCxnSpPr>
          <p:spPr>
            <a:xfrm>
              <a:off x="9122664" y="3421722"/>
              <a:ext cx="227058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F37E54-885B-DD4C-C480-18762D2DF57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CD173DE-2107-A0E3-872C-F0DE9ACA3DC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FAFD58-96FA-72FC-A387-4EA88A7A5D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CF3863-040E-3592-1588-20A1771871E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44D909-6FC8-C0DB-01C7-AFCF7B50FCD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09267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0" cap="all" baseline="0"/>
            </a:lvl1pPr>
            <a:lvl2pPr marL="228600" indent="0">
              <a:lnSpc>
                <a:spcPct val="100000"/>
              </a:lnSpc>
              <a:buNone/>
              <a:defRPr sz="3600" b="0" cap="all" baseline="0"/>
            </a:lvl2pPr>
            <a:lvl3pPr marL="457200" indent="0">
              <a:lnSpc>
                <a:spcPct val="100000"/>
              </a:lnSpc>
              <a:buNone/>
              <a:defRPr sz="3200" b="0" cap="all" baseline="0"/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2CDE-5B88-E044-9012-03F4795B046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E2C763-62D0-A1C5-864F-A9FF05C9F944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321B696-8999-0658-38A2-748A73D0777A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21AECB6-597A-404C-79F2-BDE111DF3683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1CD60-7C40-DD6A-0B67-9125D3023EA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A77C411-359E-F413-4B4B-544B4258F8D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520E9D-E5D8-F168-5659-412DEA7EE638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5C892B-D62F-EE71-21EF-072002481B6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05C92F6-ED58-2722-DD71-BFD93A79C906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CFD0132-5667-3403-4950-88D7515B12B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EE9CF1-0848-BE96-4C3D-E4B7E1F4BBA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22588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-1234492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/>
            </a:lvl4pPr>
            <a:lvl5pPr marL="914400" indent="0">
              <a:lnSpc>
                <a:spcPct val="100000"/>
              </a:lnSpc>
              <a:buNone/>
              <a:defRPr sz="2000" b="0" cap="all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2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6D1D-DE21-9B42-8106-8CD72DA85F7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0B27C8-C99B-CAB9-24EA-4222A75D3BF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B5103-0315-C48A-F6CB-70023A60377C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A373C0-8904-4E1A-AC77-DB8B14039D3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A58731C-1E1F-4D5A-81CD-F79CD40172A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E29540-9512-0BC0-7BB2-3B7C57B4C11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29168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6" y="-1216560"/>
            <a:ext cx="10652760" cy="11338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6736" y="1508760"/>
            <a:ext cx="8266176" cy="384048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Bahnschrift Light" panose="020B0502040204020203" pitchFamily="34" charset="0"/>
              </a:defRPr>
            </a:lvl1pPr>
            <a:lvl2pPr marL="228600" indent="0">
              <a:lnSpc>
                <a:spcPct val="100000"/>
              </a:lnSpc>
              <a:buNone/>
              <a:defRPr sz="3200" b="0" i="0" cap="all" baseline="0">
                <a:latin typeface="Bahnschrift Light" panose="020B0502040204020203" pitchFamily="34" charset="0"/>
              </a:defRPr>
            </a:lvl2pPr>
            <a:lvl3pPr marL="457200" indent="0">
              <a:lnSpc>
                <a:spcPct val="100000"/>
              </a:lnSpc>
              <a:buNone/>
              <a:defRPr sz="2800" b="0" i="0" cap="all" baseline="0">
                <a:latin typeface="Bahnschrift Light" panose="020B0502040204020203" pitchFamily="34" charset="0"/>
              </a:defRPr>
            </a:lvl3pPr>
            <a:lvl4pPr marL="685800" indent="0">
              <a:lnSpc>
                <a:spcPct val="100000"/>
              </a:lnSpc>
              <a:buNone/>
              <a:defRPr sz="2400" b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2000" b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07DC2-592A-C24E-8E32-92959310D82C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4BA861-592C-64C8-21E6-E3A8D2A72C72}"/>
              </a:ext>
            </a:extLst>
          </p:cNvPr>
          <p:cNvGrpSpPr/>
          <p:nvPr/>
        </p:nvGrpSpPr>
        <p:grpSpPr>
          <a:xfrm>
            <a:off x="795290" y="400467"/>
            <a:ext cx="10603299" cy="6052793"/>
            <a:chOff x="795290" y="400467"/>
            <a:chExt cx="10603299" cy="605279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8A61F8-CE0C-8929-130C-4B75FB1F9373}"/>
                </a:ext>
              </a:extLst>
            </p:cNvPr>
            <p:cNvCxnSpPr>
              <a:cxnSpLocks/>
            </p:cNvCxnSpPr>
            <p:nvPr/>
          </p:nvCxnSpPr>
          <p:spPr>
            <a:xfrm>
              <a:off x="797169" y="96634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850C77-4C55-0E7C-15E8-B80234EF3D0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90" y="5893973"/>
              <a:ext cx="106014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99978E-99DF-3206-11F9-122473F3CC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00467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918D896-CC55-8FDC-7842-7EAC1DF7DF7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887384"/>
              <a:ext cx="0" cy="5658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E57D8C-399F-3BB4-D3B3-9395E8D16134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7E0EF0C-412A-ADAE-8DDB-3A86E36BA367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26CD944-3487-D02F-D76E-6C8CB5BC62E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FB68B7-02B4-42EE-A7A2-E1DD0D7EF7A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5998EB-9F08-520A-8AE0-AC842E25266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42552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D020C093-E585-447D-B145-C13F5660E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4965193"/>
            <a:ext cx="9144000" cy="1105229"/>
          </a:xfrm>
        </p:spPr>
        <p:txBody>
          <a:bodyPr anchor="ctr">
            <a:normAutofit/>
          </a:bodyPr>
          <a:lstStyle>
            <a:lvl1pPr>
              <a:defRPr sz="160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D2DEB7-F276-E60E-F5A1-0F02C54BDF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F91B2D-44E4-C3B1-BD5E-A10AC8543D2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524000" y="1006475"/>
            <a:ext cx="9144000" cy="2925763"/>
          </a:xfrm>
        </p:spPr>
        <p:txBody>
          <a:bodyPr anchor="ctr"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4927EC-ED75-B33D-1D89-85EE4258FB86}"/>
              </a:ext>
            </a:extLst>
          </p:cNvPr>
          <p:cNvCxnSpPr>
            <a:cxnSpLocks/>
          </p:cNvCxnSpPr>
          <p:nvPr/>
        </p:nvCxnSpPr>
        <p:spPr>
          <a:xfrm>
            <a:off x="799908" y="4572000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816284-1868-D968-9C16-5FE2038BC6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17FF52-3D92-5045-83B3-191BF759FA8D}" type="datetime1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4E6AE7-6445-C0E9-7714-3905800EE3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4FFC6-B9C5-5A14-BCDE-0FACA9EED39A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45BAA9C-294C-90CA-EE5A-ED75E616517F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C127FFD-0227-7A04-CAE1-B0476A186E2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B871B-1B46-69D5-1EA9-A5D3125C1745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29C52E0-6299-124E-DEAC-88A5054BB4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8770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7008" y="5947574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07008" y="822960"/>
            <a:ext cx="8961120" cy="347472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Bahnschrift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C67708-7A94-8245-80C8-4B4702495DB1}" type="datetime1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3E5CAD-77F4-3496-0EBB-8BDE29A00533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932EDD7-F82C-CAA5-81E3-4DA459BD7BE7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23CB67B-9D91-D31D-5E6F-1AFDE722A71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0B71C7-A49A-A194-9371-8105319095C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D85FF8-8A01-4471-2129-9F815C543E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57B839C-7467-0312-FCA6-E719E5B3035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1373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3164" y="5891704"/>
            <a:ext cx="8805672" cy="55722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b="0" i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358007"/>
            <a:ext cx="8961120" cy="347472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3A90753-8D45-EB44-AB23-49A6290D6DA6}" type="datetime1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BAF90A-B341-890C-B376-6A16FD3D4D66}"/>
              </a:ext>
            </a:extLst>
          </p:cNvPr>
          <p:cNvCxnSpPr>
            <a:cxnSpLocks/>
          </p:cNvCxnSpPr>
          <p:nvPr/>
        </p:nvCxnSpPr>
        <p:spPr>
          <a:xfrm>
            <a:off x="795290" y="5893973"/>
            <a:ext cx="10601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5673DA07-CC58-742F-47C7-DF6C3FC1BB2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C520D2A-19A3-39C2-02F5-969FC02F783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B9DADCD-00F5-6714-A61F-195B9455062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D759BD-ADDA-3040-A5CB-DAC10D9A2D39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48BFB7B-8327-08C6-5F9E-BACB47A2C3D2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329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508F0-4C97-9A80-2546-BC6EE3D273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60450" y="1828800"/>
            <a:ext cx="476885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9AB0DFB-3813-8899-8844-3F65C902B80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391" y="1828800"/>
            <a:ext cx="4755712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059AB6-B751-F44D-A28C-E19CFA261A8F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83DEFD-C76A-E192-4470-7F7DCE92CBCE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EBF15C6-51A3-0039-7C8E-9F5BC53301C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F2827DB-A570-B094-5067-79A4F7DA7F3C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DF52F4-C942-A75F-0F4B-911959D2F30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44BFA9-C671-8332-EC4C-A56CAAB34AE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7040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11" y="600148"/>
            <a:ext cx="1005840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011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5B8AB-C546-6624-5613-679F649D80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8011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3436" y="1828800"/>
            <a:ext cx="47548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89131D8-B072-15AB-4C0D-39F0B943B0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436" y="2465752"/>
            <a:ext cx="4754880" cy="37639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B7459A-9905-1A4B-AB1A-C91FAC752AC6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70A967-D43A-531B-AB77-B7D2DE7E4B0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B1175E-A767-B7AB-D265-9256ECCA8E8A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29F5B2-C13B-2102-792E-E51F173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C2A7D0-2242-BB3D-AC3F-126E076FC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40BEB2B-F33C-CFC6-3060-70CD260293D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5224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603504"/>
            <a:ext cx="10058400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55AB00-997D-D540-BC20-37B7E62B26C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70C8D4F-961C-9DE3-2BE6-ABBC18355BC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5383D-28A9-C0D3-8E3D-AA7533D2925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B585A5-22BA-F43D-07BD-3BB57145B2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1437C88-1694-66DE-88F2-5F80E436773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75A774-D186-6B8B-F966-423BE24E466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6268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F3ECCF-2CCD-CA4B-8712-AE4484B24AE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CB350-6B4D-5D25-5FB0-D995BE7D095F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4889B8-EF0E-CC96-E345-4814F56ED6D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60EF97A-5CED-BE43-C066-ED89AE049BD0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8CB1FB5-CA0E-AFAB-5607-844D9592A240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BAA5556-E509-ED49-F4BE-6F664377F5B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58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2926080" cy="1737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EDF8B4-9629-39C1-DDBF-A5485B24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651760"/>
            <a:ext cx="2926080" cy="3383280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0" y="786382"/>
            <a:ext cx="6766560" cy="54864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9715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4pPr>
            <a:lvl5pPr marL="1200150" indent="-285750"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EAB326A-0996-8BBC-BFAF-29A228B1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42A74-7D23-DC49-91AA-85B24B3B8A00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AE9EB23-C42E-AFD9-410F-5D3A9B47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79AB9D-F8E4-DA67-2113-2CB4FAAA3FE3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1AF63C-58A3-D664-0F8A-2F866DE99229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353FA6-146A-25CD-A52A-50A0DBA7C44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D17F74-4821-8F53-7E3E-BD10714CA13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CBD083B-641D-8442-0510-78BC3BDFF82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6451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3595634" cy="192024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07008" y="2752344"/>
            <a:ext cx="3585586" cy="3291840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8" y="402336"/>
            <a:ext cx="6328768" cy="6053328"/>
          </a:xfrm>
          <a:blipFill dpi="0" rotWithShape="1"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-27000" contrast="59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A0247B-8639-BE4B-9EB6-99BF33B2FE57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475923-C72A-59CC-2F27-3B42DE9E23C1}"/>
              </a:ext>
            </a:extLst>
          </p:cNvPr>
          <p:cNvCxnSpPr/>
          <p:nvPr/>
        </p:nvCxnSpPr>
        <p:spPr>
          <a:xfrm>
            <a:off x="5044948" y="402336"/>
            <a:ext cx="0" cy="60533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644E6E6F-31C5-280B-B965-1DCA584FB10B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6DD8FB-C3C8-02D7-0EEC-1FA8A0E72EE2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287276-FB86-B497-EB85-08D57647FCBA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0AFABFB-CCBD-F586-5A5B-F739C98FEB06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33A7C7-3944-5EFF-0F5A-CD13C776DD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740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7342307" cy="2085339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7008" y="3594099"/>
            <a:ext cx="9601200" cy="237744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2FAA25-3923-0740-83DA-275C59DD459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997AB-1CB0-F155-5BD6-8AD0DF5F9C8C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1A663-8D32-81FC-CF0E-3943276FC5BD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8FB5FE-FF71-6B7B-03A4-B78EA9E50FE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4967FC-68C7-FF99-F0D4-F11F22519D8E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437DFC-E04A-54B1-CFEA-8D9349D6EB77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1113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008" y="786384"/>
            <a:ext cx="8430767" cy="2520011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07008" y="3622673"/>
            <a:ext cx="8430639" cy="160934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1B52C7-37F9-BD40-8BE5-16C7107F6B2A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604B72-3E24-1723-74C9-C1E295269A19}"/>
              </a:ext>
            </a:extLst>
          </p:cNvPr>
          <p:cNvGrpSpPr/>
          <p:nvPr/>
        </p:nvGrpSpPr>
        <p:grpSpPr>
          <a:xfrm>
            <a:off x="803185" y="0"/>
            <a:ext cx="10585629" cy="6858000"/>
            <a:chOff x="803185" y="0"/>
            <a:chExt cx="10585629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CEF3A60-0DC4-008A-49C8-C3FD46FA3B85}"/>
                </a:ext>
              </a:extLst>
            </p:cNvPr>
            <p:cNvCxnSpPr/>
            <p:nvPr/>
          </p:nvCxnSpPr>
          <p:spPr>
            <a:xfrm>
              <a:off x="804672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618110-A634-DE8C-5B6D-35477E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393192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8E21D7-A780-C513-5EB6-4A6C62566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388814" y="0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2C4757-1CA9-394F-33BF-C5A9D77182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185" y="6452119"/>
              <a:ext cx="105841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3737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5800"/>
            <a:ext cx="10058400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005840" y="1525384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3385" y="622955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920240"/>
            <a:ext cx="10058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040831" y="4206240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6739503E-9C75-484A-A764-D9D8121AAE05}" type="datetime1">
              <a:rPr lang="en-US" smtClean="0"/>
              <a:pPr/>
              <a:t>9/21/2026</a:t>
            </a:fld>
            <a:endParaRPr lang="en-US" dirty="0"/>
          </a:p>
        </p:txBody>
      </p:sp>
      <p:sp>
        <p:nvSpPr>
          <p:cNvPr id="12" name="Freeform 11" hidden="1">
            <a:extLst>
              <a:ext uri="{FF2B5EF4-FFF2-40B4-BE49-F238E27FC236}">
                <a16:creationId xmlns:a16="http://schemas.microsoft.com/office/drawing/2014/main" id="{918C00E2-AFB8-E789-01F1-47EC64846D95}"/>
              </a:ext>
            </a:extLst>
          </p:cNvPr>
          <p:cNvSpPr/>
          <p:nvPr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 6" hidden="1">
            <a:extLst>
              <a:ext uri="{FF2B5EF4-FFF2-40B4-BE49-F238E27FC236}">
                <a16:creationId xmlns:a16="http://schemas.microsoft.com/office/drawing/2014/main" id="{6A6CDCAD-B761-0A5F-55A7-CE79AB3802A7}"/>
              </a:ext>
            </a:extLst>
          </p:cNvPr>
          <p:cNvSpPr/>
          <p:nvPr userDrawn="1"/>
        </p:nvSpPr>
        <p:spPr>
          <a:xfrm>
            <a:off x="812559" y="393189"/>
            <a:ext cx="10579798" cy="6071619"/>
          </a:xfrm>
          <a:custGeom>
            <a:avLst/>
            <a:gdLst>
              <a:gd name="connsiteX0" fmla="*/ 10186606 w 10579798"/>
              <a:gd name="connsiteY0" fmla="*/ 0 h 6071619"/>
              <a:gd name="connsiteX1" fmla="*/ 10579798 w 10579798"/>
              <a:gd name="connsiteY1" fmla="*/ 0 h 6071619"/>
              <a:gd name="connsiteX2" fmla="*/ 10579798 w 10579798"/>
              <a:gd name="connsiteY2" fmla="*/ 6071619 h 6071619"/>
              <a:gd name="connsiteX3" fmla="*/ 10186606 w 10579798"/>
              <a:gd name="connsiteY3" fmla="*/ 6071619 h 6071619"/>
              <a:gd name="connsiteX4" fmla="*/ 10186606 w 10579798"/>
              <a:gd name="connsiteY4" fmla="*/ 393194 h 6071619"/>
              <a:gd name="connsiteX5" fmla="*/ 393192 w 10579798"/>
              <a:gd name="connsiteY5" fmla="*/ 393194 h 6071619"/>
              <a:gd name="connsiteX6" fmla="*/ 393192 w 10579798"/>
              <a:gd name="connsiteY6" fmla="*/ 5870339 h 6071619"/>
              <a:gd name="connsiteX7" fmla="*/ 0 w 10579798"/>
              <a:gd name="connsiteY7" fmla="*/ 5870339 h 6071619"/>
              <a:gd name="connsiteX8" fmla="*/ 0 w 10579798"/>
              <a:gd name="connsiteY8" fmla="*/ 2 h 6071619"/>
              <a:gd name="connsiteX9" fmla="*/ 157401 w 10579798"/>
              <a:gd name="connsiteY9" fmla="*/ 2 h 6071619"/>
              <a:gd name="connsiteX10" fmla="*/ 393192 w 10579798"/>
              <a:gd name="connsiteY10" fmla="*/ 2 h 6071619"/>
              <a:gd name="connsiteX11" fmla="*/ 10186606 w 10579798"/>
              <a:gd name="connsiteY11" fmla="*/ 2 h 607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579798" h="6071619">
                <a:moveTo>
                  <a:pt x="10186606" y="0"/>
                </a:moveTo>
                <a:lnTo>
                  <a:pt x="10579798" y="0"/>
                </a:lnTo>
                <a:lnTo>
                  <a:pt x="10579798" y="6071619"/>
                </a:lnTo>
                <a:lnTo>
                  <a:pt x="10186606" y="6071619"/>
                </a:lnTo>
                <a:lnTo>
                  <a:pt x="10186606" y="393194"/>
                </a:lnTo>
                <a:lnTo>
                  <a:pt x="393192" y="393194"/>
                </a:lnTo>
                <a:lnTo>
                  <a:pt x="393192" y="5870339"/>
                </a:lnTo>
                <a:lnTo>
                  <a:pt x="0" y="5870339"/>
                </a:lnTo>
                <a:lnTo>
                  <a:pt x="0" y="2"/>
                </a:lnTo>
                <a:lnTo>
                  <a:pt x="157401" y="2"/>
                </a:lnTo>
                <a:lnTo>
                  <a:pt x="393192" y="2"/>
                </a:lnTo>
                <a:lnTo>
                  <a:pt x="10186606" y="2"/>
                </a:lnTo>
                <a:close/>
              </a:path>
            </a:pathLst>
          </a:custGeom>
          <a:solidFill>
            <a:schemeClr val="accent5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64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76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32" r:id="rId16"/>
    <p:sldLayoutId id="2147483933" r:id="rId17"/>
    <p:sldLayoutId id="2147483934" r:id="rId18"/>
    <p:sldLayoutId id="2147483935" r:id="rId19"/>
    <p:sldLayoutId id="2147483936" r:id="rId20"/>
    <p:sldLayoutId id="2147483937" r:id="rId21"/>
    <p:sldLayoutId id="2147483938" r:id="rId22"/>
    <p:sldLayoutId id="2147483939" r:id="rId23"/>
    <p:sldLayoutId id="2147483940" r:id="rId24"/>
    <p:sldLayoutId id="2147483941" r:id="rId25"/>
    <p:sldLayoutId id="2147483942" r:id="rId26"/>
    <p:sldLayoutId id="2147483943" r:id="rId27"/>
    <p:sldLayoutId id="2147483944" r:id="rId28"/>
    <p:sldLayoutId id="2147483945" r:id="rId29"/>
    <p:sldLayoutId id="2147483946" r:id="rId30"/>
    <p:sldLayoutId id="2147483947" r:id="rId31"/>
    <p:sldLayoutId id="2147483948" r:id="rId32"/>
    <p:sldLayoutId id="2147483949" r:id="rId33"/>
    <p:sldLayoutId id="2147483950" r:id="rId34"/>
    <p:sldLayoutId id="2147483951" r:id="rId35"/>
    <p:sldLayoutId id="2147483952" r:id="rId36"/>
    <p:sldLayoutId id="2147483953" r:id="rId37"/>
    <p:sldLayoutId id="2147483954" r:id="rId38"/>
    <p:sldLayoutId id="2147483955" r:id="rId39"/>
    <p:sldLayoutId id="2147483956" r:id="rId40"/>
    <p:sldLayoutId id="2147483957" r:id="rId41"/>
    <p:sldLayoutId id="2147483958" r:id="rId42"/>
    <p:sldLayoutId id="2147483959" r:id="rId43"/>
    <p:sldLayoutId id="2147483960" r:id="rId44"/>
    <p:sldLayoutId id="2147483961" r:id="rId45"/>
    <p:sldLayoutId id="2147483962" r:id="rId46"/>
    <p:sldLayoutId id="2147483963" r:id="rId47"/>
    <p:sldLayoutId id="2147483964" r:id="rId48"/>
    <p:sldLayoutId id="2147483965" r:id="rId49"/>
    <p:sldLayoutId id="2147483966" r:id="rId50"/>
    <p:sldLayoutId id="2147483967" r:id="rId51"/>
    <p:sldLayoutId id="2147483969" r:id="rId52"/>
    <p:sldLayoutId id="2147483970" r:id="rId53"/>
    <p:sldLayoutId id="2147483971" r:id="rId54"/>
    <p:sldLayoutId id="2147483972" r:id="rId55"/>
    <p:sldLayoutId id="2147483973" r:id="rId56"/>
    <p:sldLayoutId id="2147483974" r:id="rId57"/>
    <p:sldLayoutId id="2147483975" r:id="rId58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C534-D45B-C515-59E3-4C260019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9198" y="1776547"/>
            <a:ext cx="6476999" cy="246888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Aptos Display"/>
              </a:rPr>
              <a:t>Comparative Analysis of Explainable
Machine Learning Models for Business Analytics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50508-6902-F575-FCC4-234E6821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1480" y="4517570"/>
            <a:ext cx="3749040" cy="1463040"/>
          </a:xfrm>
        </p:spPr>
        <p:txBody>
          <a:bodyPr/>
          <a:lstStyle/>
          <a:p>
            <a:r>
              <a:rPr lang="en-US" sz="1800" dirty="0"/>
              <a:t>Project Review – 2</a:t>
            </a:r>
          </a:p>
          <a:p>
            <a:pPr algn="l"/>
            <a:r>
              <a:rPr lang="en-US" dirty="0"/>
              <a:t>B LAKSHMI SAI PRASANNA      2420030525</a:t>
            </a:r>
          </a:p>
          <a:p>
            <a:r>
              <a:rPr lang="en-US" dirty="0"/>
              <a:t>A NEHA REDDY       2420030508</a:t>
            </a:r>
          </a:p>
          <a:p>
            <a:r>
              <a:rPr lang="en-US" dirty="0"/>
              <a:t>Y DIVYA SRI       2420030529</a:t>
            </a:r>
          </a:p>
        </p:txBody>
      </p:sp>
    </p:spTree>
    <p:extLst>
      <p:ext uri="{BB962C8B-B14F-4D97-AF65-F5344CB8AC3E}">
        <p14:creationId xmlns:p14="http://schemas.microsoft.com/office/powerpoint/2010/main" val="269995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5423-C2E0-2ACF-6CD8-39B976CD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462643"/>
            <a:ext cx="10058400" cy="777239"/>
          </a:xfrm>
        </p:spPr>
        <p:txBody>
          <a:bodyPr>
            <a:normAutofit/>
          </a:bodyPr>
          <a:lstStyle/>
          <a:p>
            <a:r>
              <a:rPr lang="en-US" dirty="0"/>
              <a:t>METHODOLOGY </a:t>
            </a:r>
            <a:endParaRPr lang="en-US" sz="22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7EF2A-390B-EC8F-0FCF-2544F1B91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637EE-2B1F-7379-8291-263EC2E6F0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3625" y="1239882"/>
            <a:ext cx="10052050" cy="4754563"/>
          </a:xfrm>
        </p:spPr>
        <p:txBody>
          <a:bodyPr>
            <a:noAutofit/>
          </a:bodyPr>
          <a:lstStyle/>
          <a:p>
            <a:pPr lvl="0"/>
            <a:r>
              <a:rPr lang="en-US" sz="2400" b="1" dirty="0"/>
              <a:t>Implemented data preprocessing</a:t>
            </a:r>
            <a:r>
              <a:rPr lang="en-US" sz="2400" dirty="0"/>
              <a:t> for Bank Marketing, Online Retail, and Telco Customer Churn datasets. </a:t>
            </a:r>
          </a:p>
          <a:p>
            <a:pPr lvl="0"/>
            <a:r>
              <a:rPr lang="en-US" sz="2400" b="1" dirty="0"/>
              <a:t>Implemented exploratory data analysis (EDA)</a:t>
            </a:r>
            <a:r>
              <a:rPr lang="en-US" sz="2400" dirty="0"/>
              <a:t> to analyze distributions, correlations, class balance, and important data patterns. </a:t>
            </a:r>
          </a:p>
          <a:p>
            <a:pPr lvl="0"/>
            <a:r>
              <a:rPr lang="en-US" sz="2400" b="1" dirty="0"/>
              <a:t>Implemented feature engineering</a:t>
            </a:r>
            <a:r>
              <a:rPr lang="en-US" sz="2400" dirty="0"/>
              <a:t> to generate meaningful business-related features from the raw datasets. </a:t>
            </a:r>
          </a:p>
          <a:p>
            <a:pPr lvl="0"/>
            <a:r>
              <a:rPr lang="en-US" sz="2400" b="1" dirty="0"/>
              <a:t>Implemented feature selection</a:t>
            </a:r>
            <a:r>
              <a:rPr lang="en-US" sz="2400" dirty="0"/>
              <a:t> to identify relevant features and remove unnecessary/constant features. </a:t>
            </a:r>
          </a:p>
          <a:p>
            <a:pPr lvl="0"/>
            <a:r>
              <a:rPr lang="en-US" sz="2400" b="1" dirty="0"/>
              <a:t>Implemented four machine learning models:</a:t>
            </a:r>
            <a:r>
              <a:rPr lang="en-US" sz="2400" dirty="0"/>
              <a:t> Logistic Regression, Decision Tree, Random Forest, and </a:t>
            </a:r>
            <a:r>
              <a:rPr lang="en-US" sz="2400" dirty="0" err="1"/>
              <a:t>XGBoost</a:t>
            </a:r>
            <a:r>
              <a:rPr lang="en-US" sz="2400" dirty="0"/>
              <a:t>. </a:t>
            </a:r>
          </a:p>
          <a:p>
            <a:pPr lvl="0"/>
            <a:r>
              <a:rPr lang="en-US" sz="2400" b="1" dirty="0"/>
              <a:t>Generated and stored model predictions and performance results</a:t>
            </a:r>
            <a:r>
              <a:rPr lang="en-US" sz="2400" dirty="0"/>
              <a:t> for all three datasets.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F56E8-F654-5496-C576-303CDFBA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FBF26-8824-C0B5-E05F-B083C7EE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9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2778-F7E6-BE28-8332-E28411E7A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452" y="509451"/>
            <a:ext cx="10058400" cy="777239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 - EHEM, XAI and Evaluation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89F17-767B-2F6D-6768-4898DE1E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5CDB4-80B7-76F2-876D-2214EC5DB7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6400" y="1381397"/>
            <a:ext cx="10052050" cy="4754563"/>
          </a:xfrm>
        </p:spPr>
        <p:txBody>
          <a:bodyPr>
            <a:normAutofit/>
          </a:bodyPr>
          <a:lstStyle/>
          <a:p>
            <a:pPr lvl="0"/>
            <a:r>
              <a:rPr lang="en-US" sz="2000" b="1" dirty="0"/>
              <a:t>Implemented the Explainable Hybrid Ensemble Model (EHEM)</a:t>
            </a:r>
            <a:r>
              <a:rPr lang="en-US" sz="2000" dirty="0"/>
              <a:t> by combining Logistic Regression, Random Forest, and </a:t>
            </a:r>
            <a:r>
              <a:rPr lang="en-US" sz="2000" dirty="0" err="1"/>
              <a:t>XGBoost</a:t>
            </a:r>
            <a:r>
              <a:rPr lang="en-US" sz="2000" dirty="0"/>
              <a:t>. </a:t>
            </a:r>
          </a:p>
          <a:p>
            <a:pPr lvl="0"/>
            <a:r>
              <a:rPr lang="en-US" sz="2000" b="1" dirty="0"/>
              <a:t>Implemented validation-based model weighting</a:t>
            </a:r>
            <a:r>
              <a:rPr lang="en-US" sz="2000" dirty="0"/>
              <a:t> using ROC-AUC performance and optimized the prediction threshold using validation F1-score. </a:t>
            </a:r>
          </a:p>
          <a:p>
            <a:pPr lvl="0"/>
            <a:r>
              <a:rPr lang="en-US" sz="2000" b="1" dirty="0"/>
              <a:t>Implemented SHAP-based explainability</a:t>
            </a:r>
            <a:r>
              <a:rPr lang="en-US" sz="2000" dirty="0"/>
              <a:t> to identify global feature importance and feature contributions to predictions. </a:t>
            </a:r>
          </a:p>
          <a:p>
            <a:pPr lvl="0"/>
            <a:r>
              <a:rPr lang="en-US" sz="2000" b="1" dirty="0"/>
              <a:t>Implemented LIME-based explainability</a:t>
            </a:r>
            <a:r>
              <a:rPr lang="en-US" sz="2000" dirty="0"/>
              <a:t> to generate local explanations for individual predictions. </a:t>
            </a:r>
          </a:p>
          <a:p>
            <a:pPr lvl="0"/>
            <a:r>
              <a:rPr lang="en-US" sz="2000" b="1" dirty="0"/>
              <a:t>Implemented quantitative XAI evaluation</a:t>
            </a:r>
            <a:r>
              <a:rPr lang="en-US" sz="2000" dirty="0"/>
              <a:t> using Fidelity, Sparsity, and SHAP–LIME Top-5 consistency. </a:t>
            </a:r>
          </a:p>
          <a:p>
            <a:pPr lvl="0"/>
            <a:r>
              <a:rPr lang="en-US" sz="2000" b="1" dirty="0"/>
              <a:t>Implemented comparative analysis</a:t>
            </a:r>
            <a:r>
              <a:rPr lang="en-US" sz="2000" dirty="0"/>
              <a:t> of individual ML models and EHEM using Accuracy, Precision, Recall, F1-Score, and ROC-AUC.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5BF9C-1D5A-FCD6-B279-A5DFB9FC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94573-A390-40D6-485F-C678DE78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192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1068-2996-7181-DE13-1EC2FD37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B6D960-86EE-B10C-A8A3-0D879DDF7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F04386-D0F4-2D0C-A208-D187D47B929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66800" y="1536892"/>
            <a:ext cx="9509126" cy="47545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235F4-A573-6535-AF76-F062CD28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1310-05A6-AB53-A499-B2DA52D5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268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3DC9-0699-217F-D9D2-D104E5369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tools and technologies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F69A7-484F-E46C-DC19-BE84EF659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639FD-BA29-4A0D-94C4-5DE603DCC3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3EFFA-7569-228A-B4D4-CEC42C068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B0277-45E6-8C93-CBA2-B516D4D8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6DD6B2-3E87-70C7-1FEB-6AFEB52854CE}"/>
              </a:ext>
            </a:extLst>
          </p:cNvPr>
          <p:cNvSpPr/>
          <p:nvPr/>
        </p:nvSpPr>
        <p:spPr>
          <a:xfrm>
            <a:off x="1230084" y="1512824"/>
            <a:ext cx="4027715" cy="1295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3B09C5D-954F-513A-2E78-EC1F9B37504A}"/>
              </a:ext>
            </a:extLst>
          </p:cNvPr>
          <p:cNvSpPr txBox="1"/>
          <p:nvPr/>
        </p:nvSpPr>
        <p:spPr>
          <a:xfrm>
            <a:off x="1375351" y="1707946"/>
            <a:ext cx="142167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Programming</a:t>
            </a:r>
            <a:endParaRPr lang="en-US" sz="1700" b="1" dirty="0">
              <a:solidFill>
                <a:srgbClr val="172033"/>
              </a:solidFill>
              <a:latin typeface="Aptos Display"/>
            </a:endParaRPr>
          </a:p>
          <a:p>
            <a:endParaRPr sz="1700" b="1" dirty="0">
              <a:solidFill>
                <a:srgbClr val="172033"/>
              </a:solidFill>
              <a:latin typeface="Aptos Display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D4337A5D-3042-6381-E9B8-B6DF5A906240}"/>
              </a:ext>
            </a:extLst>
          </p:cNvPr>
          <p:cNvSpPr txBox="1"/>
          <p:nvPr/>
        </p:nvSpPr>
        <p:spPr>
          <a:xfrm>
            <a:off x="1375351" y="2151862"/>
            <a:ext cx="4846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>
                <a:solidFill>
                  <a:srgbClr val="64748B"/>
                </a:solidFill>
                <a:latin typeface="Aptos"/>
              </a:rPr>
              <a:t>Python • HTML • CSS • JavaScript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09E297F-FD96-9BB8-A3C5-8C933CA64FE0}"/>
              </a:ext>
            </a:extLst>
          </p:cNvPr>
          <p:cNvSpPr/>
          <p:nvPr/>
        </p:nvSpPr>
        <p:spPr>
          <a:xfrm>
            <a:off x="6134589" y="1512824"/>
            <a:ext cx="4141525" cy="1295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81FD06C2-B540-A6D0-4357-C1CFF8835276}"/>
              </a:ext>
            </a:extLst>
          </p:cNvPr>
          <p:cNvSpPr txBox="1"/>
          <p:nvPr/>
        </p:nvSpPr>
        <p:spPr>
          <a:xfrm>
            <a:off x="6306584" y="166966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ML / Data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BE4BDC12-24AD-2CA7-4C3A-BCF37F3CD5C6}"/>
              </a:ext>
            </a:extLst>
          </p:cNvPr>
          <p:cNvSpPr txBox="1"/>
          <p:nvPr/>
        </p:nvSpPr>
        <p:spPr>
          <a:xfrm>
            <a:off x="6221671" y="2060309"/>
            <a:ext cx="41415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solidFill>
                  <a:srgbClr val="64748B"/>
                </a:solidFill>
                <a:latin typeface="Aptos"/>
              </a:rPr>
              <a:t>• </a:t>
            </a:r>
            <a:r>
              <a:rPr sz="1500" dirty="0">
                <a:solidFill>
                  <a:srgbClr val="64748B"/>
                </a:solidFill>
                <a:latin typeface="Aptos"/>
              </a:rPr>
              <a:t>Pandas • NumPy • Scikit-learn • </a:t>
            </a:r>
            <a:r>
              <a:rPr sz="1500" dirty="0" err="1">
                <a:solidFill>
                  <a:srgbClr val="64748B"/>
                </a:solidFill>
                <a:latin typeface="Aptos"/>
              </a:rPr>
              <a:t>XGBoost</a:t>
            </a:r>
            <a:endParaRPr lang="en-US" sz="1500" dirty="0">
              <a:solidFill>
                <a:srgbClr val="64748B"/>
              </a:solidFill>
              <a:latin typeface="Aptos"/>
            </a:endParaRPr>
          </a:p>
          <a:p>
            <a:r>
              <a:rPr lang="en-US" sz="1500" dirty="0">
                <a:solidFill>
                  <a:srgbClr val="64748B"/>
                </a:solidFill>
                <a:latin typeface="Aptos"/>
              </a:rPr>
              <a:t>• Logistic Regression • Decision Tree </a:t>
            </a:r>
          </a:p>
          <a:p>
            <a:r>
              <a:rPr lang="en-US" sz="1500" dirty="0">
                <a:solidFill>
                  <a:srgbClr val="64748B"/>
                </a:solidFill>
                <a:latin typeface="Aptos"/>
              </a:rPr>
              <a:t>• Random Forest</a:t>
            </a:r>
            <a:endParaRPr sz="150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0F65B92-3A9D-A7F4-83C6-FC021A105CA0}"/>
              </a:ext>
            </a:extLst>
          </p:cNvPr>
          <p:cNvSpPr/>
          <p:nvPr/>
        </p:nvSpPr>
        <p:spPr>
          <a:xfrm>
            <a:off x="1230084" y="3110649"/>
            <a:ext cx="4027715" cy="1295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95695B9A-DB1A-0615-7AD8-97F630512AA4}"/>
              </a:ext>
            </a:extLst>
          </p:cNvPr>
          <p:cNvSpPr txBox="1"/>
          <p:nvPr/>
        </p:nvSpPr>
        <p:spPr>
          <a:xfrm>
            <a:off x="1375351" y="3265121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Visualization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4DFF8610-50E9-AAAD-6D86-5BC4BE8B2495}"/>
              </a:ext>
            </a:extLst>
          </p:cNvPr>
          <p:cNvSpPr txBox="1"/>
          <p:nvPr/>
        </p:nvSpPr>
        <p:spPr>
          <a:xfrm>
            <a:off x="1353581" y="3731736"/>
            <a:ext cx="4846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dirty="0">
                <a:solidFill>
                  <a:srgbClr val="64748B"/>
                </a:solidFill>
                <a:latin typeface="Aptos"/>
              </a:rPr>
              <a:t>Matplotlib • Seaborn • Interactive dashboard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AAFB21-75AE-F7B8-78C9-85DE4470511E}"/>
              </a:ext>
            </a:extLst>
          </p:cNvPr>
          <p:cNvSpPr/>
          <p:nvPr/>
        </p:nvSpPr>
        <p:spPr>
          <a:xfrm>
            <a:off x="6095873" y="3110649"/>
            <a:ext cx="4180241" cy="1295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1A639C13-BC1E-1C1F-C26C-EFFBF041627E}"/>
              </a:ext>
            </a:extLst>
          </p:cNvPr>
          <p:cNvSpPr txBox="1"/>
          <p:nvPr/>
        </p:nvSpPr>
        <p:spPr>
          <a:xfrm>
            <a:off x="6291081" y="3265121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72033"/>
                </a:solidFill>
                <a:latin typeface="Aptos Display"/>
              </a:rPr>
              <a:t>Explainable AI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A4F6E94D-52B0-3303-CFA9-B2D8991E0ECC}"/>
              </a:ext>
            </a:extLst>
          </p:cNvPr>
          <p:cNvSpPr txBox="1"/>
          <p:nvPr/>
        </p:nvSpPr>
        <p:spPr>
          <a:xfrm>
            <a:off x="6306584" y="3800567"/>
            <a:ext cx="4846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>
                <a:solidFill>
                  <a:srgbClr val="64748B"/>
                </a:solidFill>
                <a:latin typeface="Aptos"/>
              </a:rPr>
              <a:t>SHAP • LIME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895D77C-A9B9-9D82-90F1-7F684556ECD3}"/>
              </a:ext>
            </a:extLst>
          </p:cNvPr>
          <p:cNvSpPr/>
          <p:nvPr/>
        </p:nvSpPr>
        <p:spPr>
          <a:xfrm>
            <a:off x="1230083" y="4775859"/>
            <a:ext cx="4027715" cy="1295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3A70BF8F-CA31-2C6B-7444-D25538ED86BE}"/>
              </a:ext>
            </a:extLst>
          </p:cNvPr>
          <p:cNvSpPr txBox="1"/>
          <p:nvPr/>
        </p:nvSpPr>
        <p:spPr>
          <a:xfrm>
            <a:off x="1353581" y="494431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72033"/>
                </a:solidFill>
                <a:latin typeface="Aptos Display"/>
              </a:rPr>
              <a:t>Development</a:t>
            </a: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1500EC1F-567A-F209-88EF-A10027C3DA6C}"/>
              </a:ext>
            </a:extLst>
          </p:cNvPr>
          <p:cNvSpPr txBox="1"/>
          <p:nvPr/>
        </p:nvSpPr>
        <p:spPr>
          <a:xfrm>
            <a:off x="1353581" y="5401515"/>
            <a:ext cx="4846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dirty="0">
                <a:solidFill>
                  <a:srgbClr val="64748B"/>
                </a:solidFill>
                <a:latin typeface="Aptos"/>
              </a:rPr>
              <a:t>VS Code • Python virtual environment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2CD9B42-5D09-AFF2-2644-204893787788}"/>
              </a:ext>
            </a:extLst>
          </p:cNvPr>
          <p:cNvSpPr/>
          <p:nvPr/>
        </p:nvSpPr>
        <p:spPr>
          <a:xfrm>
            <a:off x="6134589" y="4775860"/>
            <a:ext cx="4180241" cy="129539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046375F1-DA07-2B17-1405-5CD5AE9C4A1F}"/>
              </a:ext>
            </a:extLst>
          </p:cNvPr>
          <p:cNvSpPr txBox="1"/>
          <p:nvPr/>
        </p:nvSpPr>
        <p:spPr>
          <a:xfrm>
            <a:off x="6221671" y="49834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72033"/>
                </a:solidFill>
                <a:latin typeface="Aptos Display"/>
              </a:rPr>
              <a:t>Project Output</a:t>
            </a: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42BBF696-5828-DDCE-E3E7-7F727F329B5A}"/>
              </a:ext>
            </a:extLst>
          </p:cNvPr>
          <p:cNvSpPr txBox="1"/>
          <p:nvPr/>
        </p:nvSpPr>
        <p:spPr>
          <a:xfrm>
            <a:off x="6221671" y="5366465"/>
            <a:ext cx="392381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>
                <a:solidFill>
                  <a:srgbClr val="64748B"/>
                </a:solidFill>
                <a:latin typeface="Aptos"/>
              </a:rPr>
              <a:t>CSV results • PNG graphs • HTML LIME explanations • Web dashboard</a:t>
            </a:r>
          </a:p>
        </p:txBody>
      </p:sp>
    </p:spTree>
    <p:extLst>
      <p:ext uri="{BB962C8B-B14F-4D97-AF65-F5344CB8AC3E}">
        <p14:creationId xmlns:p14="http://schemas.microsoft.com/office/powerpoint/2010/main" val="1885538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3ACE-A13B-6783-2365-303226A4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85590-340F-7972-0EE2-113DC130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6B4B3-C8D1-D7AC-F92A-5DC6B35503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2400" b="1" dirty="0"/>
              <a:t>Dataset Processing:</a:t>
            </a:r>
            <a:r>
              <a:rPr lang="en-US" sz="2400" dirty="0"/>
              <a:t> Implemented preprocessing, feature engineering, and feature selection for Bank Marketing, Online Retail, and Telco Customer Churn datasets. </a:t>
            </a:r>
          </a:p>
          <a:p>
            <a:pPr lvl="0"/>
            <a:r>
              <a:rPr lang="en-US" sz="2400" b="1" dirty="0"/>
              <a:t>Model Development:</a:t>
            </a:r>
            <a:r>
              <a:rPr lang="en-US" sz="2400" dirty="0"/>
              <a:t> Implemented and trained Logistic Regression, Decision Tree, Random Forest, and </a:t>
            </a:r>
            <a:r>
              <a:rPr lang="en-US" sz="2400" dirty="0" err="1"/>
              <a:t>XGBoost</a:t>
            </a:r>
            <a:r>
              <a:rPr lang="en-US" sz="2400" dirty="0"/>
              <a:t> models for business prediction tasks. </a:t>
            </a:r>
          </a:p>
          <a:p>
            <a:pPr lvl="0"/>
            <a:r>
              <a:rPr lang="en-US" sz="2400" b="1" dirty="0"/>
              <a:t>Hybrid Model:</a:t>
            </a:r>
            <a:r>
              <a:rPr lang="en-US" sz="2400" dirty="0"/>
              <a:t> Developed the Explainable Hybrid Ensemble Model (EHEM) by combining Logistic Regression, Random Forest, and </a:t>
            </a:r>
            <a:r>
              <a:rPr lang="en-US" sz="2400" dirty="0" err="1"/>
              <a:t>XGBoost</a:t>
            </a:r>
            <a:r>
              <a:rPr lang="en-US" sz="2400" dirty="0"/>
              <a:t> using validation-based model weights. </a:t>
            </a:r>
          </a:p>
          <a:p>
            <a:pPr lvl="0"/>
            <a:r>
              <a:rPr lang="en-US" sz="2400" b="1" dirty="0"/>
              <a:t>Explainability &amp; Analysis:</a:t>
            </a:r>
            <a:r>
              <a:rPr lang="en-US" sz="2400" dirty="0"/>
              <a:t> Integrated SHAP and LIME with the developed models and generated performance, feature-importance, and explanation results for comparative analysis.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1F2DA-C46D-8C82-C69C-5FE780F2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20806-4206-B736-4C77-CBCECD3A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80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FC8B-1076-A5EA-7983-958ABFED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DBC24-997F-9BB9-BCAA-D9607684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F0665-775B-47D0-0E06-FC3D86F677D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3EC0C-5500-ABE7-F95A-E4F88A57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040831" y="4042954"/>
            <a:ext cx="3494314" cy="365125"/>
          </a:xfrm>
        </p:spPr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CC4F2-FDD1-FCD8-903F-D80741F9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5E8D70-90B3-E3F5-86C9-47C8FA74E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49" y="1"/>
            <a:ext cx="6582705" cy="34289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E4B47B-BAA8-FBF8-46CD-D93B929C6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170" y="3286032"/>
            <a:ext cx="6509161" cy="33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9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4249-C9D0-A786-5B79-B2467206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bank marketing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6E4B60-300C-7942-5A09-7DEFD35D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999B80-5E09-AA22-710C-E3E19A3CACA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63241" y="1659439"/>
            <a:ext cx="10665517" cy="290241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21A14-AF84-DBB9-122B-721E767C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D9AB1-4A48-24BA-B152-C08DC0CC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8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C4F4-BB1A-964A-3AD3-1732E652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0EF67-F01E-89DA-6E04-017025F9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F720AAF-1B36-057E-2420-F95581B3C40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66400" y="1180882"/>
            <a:ext cx="10052050" cy="449623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4C443-0C36-579D-DDA9-BA41DE7A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F1C44-9E60-37B3-BD71-F7408BDB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239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226A-B975-83CA-8BA3-BDF03CC7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ED586-2354-F5B2-6A2F-A7BC343B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BB102-2924-6C36-D967-3611289D1B5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87367-1808-E08D-6FA8-70976826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B7115-6EE1-701D-636F-92129CF8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C8D3DD-E980-A0F6-226E-FB846FEF6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9" y="1167492"/>
            <a:ext cx="10752407" cy="452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30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9D118-DD63-093D-6EBB-772005A7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online retail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B9900D-1227-DD29-A8C4-544A1BA7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EF9FE6-F147-A8BE-A19D-3973AAB0BDE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58043" y="1934147"/>
            <a:ext cx="8678486" cy="235300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64B66-F09A-01BA-E92B-519379804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5F0A3-1209-5C5A-6F83-78D8DB0B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89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6749-AAB0-17F2-F7C0-DBA7A85F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891C9-96C8-3E41-34F0-AFB6EF69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381CE-3D59-E1D2-73F7-463BB479C5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A890E-CA31-A93D-AC8E-B7EEFC35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2DC21-64A5-2676-6C4D-2DFBAC4B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90995C-20FA-D2AC-491C-0304A7DDA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53" y="1028699"/>
            <a:ext cx="10228723" cy="460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14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CC6D-E7F3-856A-CAAC-FF0D7DB2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8018E-8D36-C71A-8C57-AB5A7F0A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9DD7B-D4F4-71E6-0662-6CBEA11CA7F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EBB14-C34E-968C-72A9-021D1D693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614ED-00F4-CDA3-841F-2B9A3E2A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5AAD3D-42AC-36D7-A47D-766756EA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26" y="1051718"/>
            <a:ext cx="10927154" cy="475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6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9A74-51B9-8479-168E-25DE7ED5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telco customer churn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C47F7-29E0-4ED6-8745-4FA14226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4B326F-5FDF-4848-FAE3-184F74DF3CE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66800" y="1707946"/>
            <a:ext cx="8649907" cy="237205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074BF-A86B-E50F-81D8-6732F9BF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EEC53-AF04-B58B-0C16-B7B370FC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266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EC55-015C-E8A7-37E5-4EB3DD706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F2D55-0786-F7CA-1153-701BEEAD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B6DA0-A9CD-2DF7-7A40-855AF8B0DD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0DBB8-43DF-F0C3-C41E-2A02AC21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569EE-D871-DDF9-8DB9-35FC136A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8280E1-6056-BB37-9944-8290A5572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10919625" cy="354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20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619C-74FB-F8D9-4F13-43A7258A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7320B-A39E-07F5-DC97-58B33506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05267-559C-66F5-F20F-6B38707FA0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50273-19EE-48A3-9D6E-BA70DB810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E02DC-6C05-2FFB-6662-86C41B90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ABD11-E329-3B28-16B4-4DFA8F7BB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01" y="1106143"/>
            <a:ext cx="10711543" cy="464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60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E14-F974-691C-BD71-3D366915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29FD1-1123-F468-5EF3-65E843F3D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11195-6F1A-1ADB-C0D4-91479796DF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341C8-C4EC-1267-D920-661301741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5AB57-D333-6394-C915-6AD5BBC7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63CFD3-2063-0DDE-B490-56725AB832FF}"/>
              </a:ext>
            </a:extLst>
          </p:cNvPr>
          <p:cNvSpPr/>
          <p:nvPr/>
        </p:nvSpPr>
        <p:spPr>
          <a:xfrm>
            <a:off x="1069848" y="1612565"/>
            <a:ext cx="3385457" cy="34181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E50E3D6-CEF8-7D11-1425-5E51A9EF3B28}"/>
              </a:ext>
            </a:extLst>
          </p:cNvPr>
          <p:cNvSpPr txBox="1"/>
          <p:nvPr/>
        </p:nvSpPr>
        <p:spPr>
          <a:xfrm>
            <a:off x="1219669" y="1862041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72033"/>
                </a:solidFill>
                <a:latin typeface="Aptos Display"/>
              </a:rPr>
              <a:t>Bank Marketing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9D3C9C6B-1ECA-3D34-4C7C-7D45357C1F03}"/>
              </a:ext>
            </a:extLst>
          </p:cNvPr>
          <p:cNvSpPr txBox="1"/>
          <p:nvPr/>
        </p:nvSpPr>
        <p:spPr>
          <a:xfrm>
            <a:off x="1244112" y="2240462"/>
            <a:ext cx="310896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dirty="0" err="1">
                <a:solidFill>
                  <a:srgbClr val="64748B"/>
                </a:solidFill>
                <a:latin typeface="Aptos"/>
              </a:rPr>
              <a:t>XGBoost</a:t>
            </a:r>
            <a:r>
              <a:rPr sz="1500" dirty="0">
                <a:solidFill>
                  <a:srgbClr val="64748B"/>
                </a:solidFill>
                <a:latin typeface="Aptos"/>
              </a:rPr>
              <a:t> achieved the highest Accuracy (90.14%), F1-score (48.20%) and ROC-AUC (90.79%).
Logistic Regression had the highest Precision (64.29%), while Decision Tree had the highest Recall (43.01%).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485539-7AB2-AA00-A871-6B7BFF578369}"/>
              </a:ext>
            </a:extLst>
          </p:cNvPr>
          <p:cNvSpPr/>
          <p:nvPr/>
        </p:nvSpPr>
        <p:spPr>
          <a:xfrm>
            <a:off x="4836599" y="1648710"/>
            <a:ext cx="3206730" cy="33989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E8FBDD4D-379B-477E-1C37-7368780BB198}"/>
              </a:ext>
            </a:extLst>
          </p:cNvPr>
          <p:cNvSpPr txBox="1"/>
          <p:nvPr/>
        </p:nvSpPr>
        <p:spPr>
          <a:xfrm>
            <a:off x="5048859" y="187242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Online Retail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AB1E10F3-2AB5-439E-A49F-40CC0F5F4526}"/>
              </a:ext>
            </a:extLst>
          </p:cNvPr>
          <p:cNvSpPr txBox="1"/>
          <p:nvPr/>
        </p:nvSpPr>
        <p:spPr>
          <a:xfrm>
            <a:off x="4999124" y="2249652"/>
            <a:ext cx="310896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dirty="0">
                <a:solidFill>
                  <a:srgbClr val="64748B"/>
                </a:solidFill>
                <a:latin typeface="Aptos"/>
              </a:rPr>
              <a:t>Current </a:t>
            </a:r>
            <a:r>
              <a:rPr sz="1500" dirty="0" err="1">
                <a:solidFill>
                  <a:srgbClr val="64748B"/>
                </a:solidFill>
                <a:latin typeface="Aptos"/>
              </a:rPr>
              <a:t>XGBoost</a:t>
            </a:r>
            <a:r>
              <a:rPr sz="1500" dirty="0">
                <a:solidFill>
                  <a:srgbClr val="64748B"/>
                </a:solidFill>
                <a:latin typeface="Aptos"/>
              </a:rPr>
              <a:t> results show 92.09% Accuracy and 95.86% F1-score, but ROC-AUC is 74.16%.
These results are treated as preliminary because the transaction/customer split requires refinement.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1F5658-CB90-36B7-545D-2BA4953D2EA0}"/>
              </a:ext>
            </a:extLst>
          </p:cNvPr>
          <p:cNvSpPr/>
          <p:nvPr/>
        </p:nvSpPr>
        <p:spPr>
          <a:xfrm>
            <a:off x="8351472" y="1648709"/>
            <a:ext cx="2982686" cy="33989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3755A559-172B-E281-690A-6B2606D8B19C}"/>
              </a:ext>
            </a:extLst>
          </p:cNvPr>
          <p:cNvSpPr txBox="1"/>
          <p:nvPr/>
        </p:nvSpPr>
        <p:spPr>
          <a:xfrm>
            <a:off x="8496465" y="188330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Telco Churn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D994485C-35B1-1C8F-F81D-67D5DC3ABA19}"/>
              </a:ext>
            </a:extLst>
          </p:cNvPr>
          <p:cNvSpPr txBox="1"/>
          <p:nvPr/>
        </p:nvSpPr>
        <p:spPr>
          <a:xfrm>
            <a:off x="8481181" y="2240462"/>
            <a:ext cx="310896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dirty="0" err="1">
                <a:solidFill>
                  <a:srgbClr val="64748B"/>
                </a:solidFill>
                <a:latin typeface="Aptos"/>
              </a:rPr>
              <a:t>XGBoost</a:t>
            </a:r>
            <a:r>
              <a:rPr sz="1500" dirty="0">
                <a:solidFill>
                  <a:srgbClr val="64748B"/>
                </a:solidFill>
                <a:latin typeface="Aptos"/>
              </a:rPr>
              <a:t> achieved the highest Accuracy (79.57%) and Precision (63.75%).
Logistic Regression achieved the highest Recall (76.88%) and F1-score (60.85%).</a:t>
            </a:r>
          </a:p>
        </p:txBody>
      </p:sp>
    </p:spTree>
    <p:extLst>
      <p:ext uri="{BB962C8B-B14F-4D97-AF65-F5344CB8AC3E}">
        <p14:creationId xmlns:p14="http://schemas.microsoft.com/office/powerpoint/2010/main" val="3910529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6861-9D9D-90B7-1859-9F9E0F8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Novelty/innovation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B8F5E7-0984-E614-2BC5-8716BBF9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FB7A3-D3AA-F2D0-F171-5E5BC5FC55B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95AAB-A874-F06D-059D-72164806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AE7A2-9742-A662-CD5F-F80E87B5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6D3B80-9A91-F554-F7E5-4FBFDF6B1AA4}"/>
              </a:ext>
            </a:extLst>
          </p:cNvPr>
          <p:cNvSpPr/>
          <p:nvPr/>
        </p:nvSpPr>
        <p:spPr>
          <a:xfrm>
            <a:off x="1167819" y="1488678"/>
            <a:ext cx="9826752" cy="16219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3B676E51-0396-66DB-B88F-DE1D56638301}"/>
              </a:ext>
            </a:extLst>
          </p:cNvPr>
          <p:cNvSpPr txBox="1"/>
          <p:nvPr/>
        </p:nvSpPr>
        <p:spPr>
          <a:xfrm>
            <a:off x="1409231" y="1576225"/>
            <a:ext cx="10561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172033"/>
                </a:solidFill>
                <a:latin typeface="Aptos Display"/>
              </a:rPr>
              <a:t>Proposed Innovation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1C08A0-B4A4-D1FB-C22F-5390724A01F9}"/>
              </a:ext>
            </a:extLst>
          </p:cNvPr>
          <p:cNvSpPr txBox="1"/>
          <p:nvPr/>
        </p:nvSpPr>
        <p:spPr>
          <a:xfrm>
            <a:off x="1409231" y="2026953"/>
            <a:ext cx="937353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64748B"/>
                </a:solidFill>
                <a:latin typeface="Aptos"/>
              </a:rPr>
              <a:t>A hybrid predictive–explainability framework that evaluates both model prediction quality and consistency of explanations.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1FDA0E-F297-F61A-BB1A-EBF9CB4EC06B}"/>
              </a:ext>
            </a:extLst>
          </p:cNvPr>
          <p:cNvSpPr/>
          <p:nvPr/>
        </p:nvSpPr>
        <p:spPr>
          <a:xfrm>
            <a:off x="1409231" y="3429000"/>
            <a:ext cx="3913883" cy="27069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D8DEB9-FF48-F748-FC73-566FC1998011}"/>
              </a:ext>
            </a:extLst>
          </p:cNvPr>
          <p:cNvSpPr txBox="1"/>
          <p:nvPr/>
        </p:nvSpPr>
        <p:spPr>
          <a:xfrm>
            <a:off x="1508760" y="3634581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Hybrid Prediction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AF8857-C045-A1DF-8D04-D315E6187C36}"/>
              </a:ext>
            </a:extLst>
          </p:cNvPr>
          <p:cNvSpPr txBox="1"/>
          <p:nvPr/>
        </p:nvSpPr>
        <p:spPr>
          <a:xfrm>
            <a:off x="1508760" y="4091782"/>
            <a:ext cx="373971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64748B"/>
                </a:solidFill>
                <a:latin typeface="Aptos"/>
              </a:rPr>
              <a:t>Combine outputs/probabilities from multiple ML models using a validation-based weighting strategy.
The purpose is to investigate whether a combined predictor can improve robustness over individual models.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8FA903-1EED-F609-FCF0-AD403ABBCD2A}"/>
              </a:ext>
            </a:extLst>
          </p:cNvPr>
          <p:cNvSpPr/>
          <p:nvPr/>
        </p:nvSpPr>
        <p:spPr>
          <a:xfrm>
            <a:off x="6286030" y="3423557"/>
            <a:ext cx="3619970" cy="27069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76B1B6-02F4-1328-0521-D0CDF9E33388}"/>
              </a:ext>
            </a:extLst>
          </p:cNvPr>
          <p:cNvSpPr txBox="1"/>
          <p:nvPr/>
        </p:nvSpPr>
        <p:spPr>
          <a:xfrm>
            <a:off x="6375107" y="3634581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Explainability Consistency Layer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CF99D-5633-9AE0-89E3-1B69EB88D0DC}"/>
              </a:ext>
            </a:extLst>
          </p:cNvPr>
          <p:cNvSpPr txBox="1"/>
          <p:nvPr/>
        </p:nvSpPr>
        <p:spPr>
          <a:xfrm>
            <a:off x="6375107" y="4084548"/>
            <a:ext cx="333495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64748B"/>
                </a:solidFill>
                <a:latin typeface="Aptos"/>
              </a:rPr>
              <a:t>Compare important features identified by SHAP and LIME and calculate an explanation-agreement measure.
This adds a quantitative explainability criterion instead of only displaying XAI plots.</a:t>
            </a:r>
          </a:p>
        </p:txBody>
      </p:sp>
    </p:spTree>
    <p:extLst>
      <p:ext uri="{BB962C8B-B14F-4D97-AF65-F5344CB8AC3E}">
        <p14:creationId xmlns:p14="http://schemas.microsoft.com/office/powerpoint/2010/main" val="285549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4DC1-3FA5-7CB8-D9B9-140B6D0D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72033"/>
                </a:solidFill>
                <a:latin typeface="Aptos Display"/>
              </a:rPr>
              <a:t>Future Scope &amp; Conclusion</a:t>
            </a:r>
            <a:br>
              <a:rPr lang="en-US" b="1" dirty="0">
                <a:solidFill>
                  <a:srgbClr val="172033"/>
                </a:solidFill>
                <a:latin typeface="Aptos Display"/>
              </a:rPr>
            </a:b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19686A-8B1E-C96B-3153-C6F24BEA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FD1B1-4238-74E3-E1B0-8A58723F43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2481D-CC34-2ABD-4BDC-D0E2546E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C0DEB-4AE1-EA4D-826D-E3C22802B94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4B8A8-087B-9DF0-5C8D-5F7AA129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66C69A-F036-2397-6ACD-5808083BE2FA}"/>
              </a:ext>
            </a:extLst>
          </p:cNvPr>
          <p:cNvSpPr/>
          <p:nvPr/>
        </p:nvSpPr>
        <p:spPr>
          <a:xfrm>
            <a:off x="1306285" y="1621971"/>
            <a:ext cx="4376057" cy="407125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99013E-A47E-1F4B-1C13-C5B5A43D60CC}"/>
              </a:ext>
            </a:extLst>
          </p:cNvPr>
          <p:cNvSpPr txBox="1"/>
          <p:nvPr/>
        </p:nvSpPr>
        <p:spPr>
          <a:xfrm>
            <a:off x="1477719" y="1866248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Future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0DF31-1D48-807C-3895-B9D45AED6B07}"/>
              </a:ext>
            </a:extLst>
          </p:cNvPr>
          <p:cNvSpPr txBox="1"/>
          <p:nvPr/>
        </p:nvSpPr>
        <p:spPr>
          <a:xfrm>
            <a:off x="1477719" y="2277728"/>
            <a:ext cx="39977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64748B"/>
                </a:solidFill>
                <a:latin typeface="Aptos"/>
              </a:rPr>
              <a:t>• Implement and validate the hybrid prediction layer.
• Implement SHAP–LIME explanation-consistency score.
• Refine Online Retail evaluation using a leakage-aware split and prediction setup.
• Tune model thresholds and hyperparameters.
• Complete comparative business insights and final paper experiments.
• Integrate validated outputs into the dashboard.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66E85D-7FB3-D6E7-B61B-3F0D03BCF54E}"/>
              </a:ext>
            </a:extLst>
          </p:cNvPr>
          <p:cNvSpPr/>
          <p:nvPr/>
        </p:nvSpPr>
        <p:spPr>
          <a:xfrm>
            <a:off x="6595490" y="1621971"/>
            <a:ext cx="4290225" cy="407125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CF187-74E8-1F8D-AD2E-ABB827A26892}"/>
              </a:ext>
            </a:extLst>
          </p:cNvPr>
          <p:cNvSpPr txBox="1"/>
          <p:nvPr/>
        </p:nvSpPr>
        <p:spPr>
          <a:xfrm>
            <a:off x="6895948" y="197762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72033"/>
                </a:solidFill>
                <a:latin typeface="Aptos Display"/>
              </a:rPr>
              <a:t>Conclusion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4558E4-346A-0360-DA84-FF36A6E32D61}"/>
              </a:ext>
            </a:extLst>
          </p:cNvPr>
          <p:cNvSpPr txBox="1"/>
          <p:nvPr/>
        </p:nvSpPr>
        <p:spPr>
          <a:xfrm>
            <a:off x="6818812" y="2385252"/>
            <a:ext cx="366413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64748B"/>
                </a:solidFill>
                <a:latin typeface="Aptos"/>
              </a:rPr>
              <a:t>The project has progressed from data preparation to working ML and XAI modules across three business datasets.
Performance evaluation and confusion-matrix analysis are available for the implemented models.
SHAP and LIME provide complementary global and local explanations.
The proposed hybrid predictive–explainability layer will strengthen the final research contribution after validation.</a:t>
            </a:r>
          </a:p>
        </p:txBody>
      </p:sp>
    </p:spTree>
    <p:extLst>
      <p:ext uri="{BB962C8B-B14F-4D97-AF65-F5344CB8AC3E}">
        <p14:creationId xmlns:p14="http://schemas.microsoft.com/office/powerpoint/2010/main" val="927402344"/>
      </p:ext>
    </p:extLst>
  </p:cSld>
  <p:clrMapOvr>
    <a:masterClrMapping/>
  </p:clrMapOvr>
</p:sld>
</file>

<file path=ppt/theme/theme1.xml><?xml version="1.0" encoding="utf-8"?>
<a:theme xmlns:a="http://schemas.openxmlformats.org/drawingml/2006/main" name="Circinate">
  <a:themeElements>
    <a:clrScheme name="Custom 9">
      <a:dk1>
        <a:srgbClr val="2C2F21"/>
      </a:dk1>
      <a:lt1>
        <a:srgbClr val="EBE3D8"/>
      </a:lt1>
      <a:dk2>
        <a:srgbClr val="000000"/>
      </a:dk2>
      <a:lt2>
        <a:srgbClr val="FFFFFF"/>
      </a:lt2>
      <a:accent1>
        <a:srgbClr val="625D3F"/>
      </a:accent1>
      <a:accent2>
        <a:srgbClr val="0E273F"/>
      </a:accent2>
      <a:accent3>
        <a:srgbClr val="C9C4BE"/>
      </a:accent3>
      <a:accent4>
        <a:srgbClr val="A39481"/>
      </a:accent4>
      <a:accent5>
        <a:srgbClr val="2C1E20"/>
      </a:accent5>
      <a:accent6>
        <a:srgbClr val="E8E8E8"/>
      </a:accent6>
      <a:hlink>
        <a:srgbClr val="467886"/>
      </a:hlink>
      <a:folHlink>
        <a:srgbClr val="96607D"/>
      </a:folHlink>
    </a:clrScheme>
    <a:fontScheme name="Custom 22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inate_CoPilot Layouts_win32_EF_v10" id="{57103A69-FC02-49FB-8E53-10BABFFCD93C}" vid="{B3D2483F-31ED-465D-9D6C-68F8665CCF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CEDABF-7176-4A42-8EF9-E5D4DD31FF6C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230e9df3-be65-4c73-a93b-d1236ebd677e"/>
    <ds:schemaRef ds:uri="http://purl.org/dc/elements/1.1/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{7ED3B80A-4035-4DFD-A86E-7C85491440F9}2072efd3-9e25-4cdd-b63c-4f45856e1088-TF04e7500e-8796-4ab9-8c97-6eb5a495ab0a_win32</Template>
  <TotalTime>120</TotalTime>
  <Words>822</Words>
  <Application>Microsoft Office PowerPoint</Application>
  <PresentationFormat>Widescreen</PresentationFormat>
  <Paragraphs>114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Bahnschrift Light</vt:lpstr>
      <vt:lpstr>Circinate</vt:lpstr>
      <vt:lpstr>Comparative Analysis of Explainable
Machine Learning Models for Business Analytics</vt:lpstr>
      <vt:lpstr>METHODOLOGY </vt:lpstr>
      <vt:lpstr>Methodology - EHEM, XAI and Evaluation</vt:lpstr>
      <vt:lpstr>SYSTEM DESIGN</vt:lpstr>
      <vt:lpstr>Modern tools and technologies</vt:lpstr>
      <vt:lpstr>implementation</vt:lpstr>
      <vt:lpstr>PowerPoint Presentation</vt:lpstr>
      <vt:lpstr>Results – bank marketing</vt:lpstr>
      <vt:lpstr>PowerPoint Presentation</vt:lpstr>
      <vt:lpstr>PowerPoint Presentation</vt:lpstr>
      <vt:lpstr>Results – online retail</vt:lpstr>
      <vt:lpstr>PowerPoint Presentation</vt:lpstr>
      <vt:lpstr>PowerPoint Presentation</vt:lpstr>
      <vt:lpstr>Results – telco customer churn</vt:lpstr>
      <vt:lpstr>PowerPoint Presentation</vt:lpstr>
      <vt:lpstr>PowerPoint Presentation</vt:lpstr>
      <vt:lpstr>Performance evaluation</vt:lpstr>
      <vt:lpstr>Novelty/innovation</vt:lpstr>
      <vt:lpstr>Future Scope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Sai Prasanna</dc:creator>
  <cp:lastModifiedBy>Lakshmi Sai Prasanna</cp:lastModifiedBy>
  <cp:revision>1</cp:revision>
  <dcterms:created xsi:type="dcterms:W3CDTF">2026-09-21T03:22:56Z</dcterms:created>
  <dcterms:modified xsi:type="dcterms:W3CDTF">2026-09-21T09:45:47Z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